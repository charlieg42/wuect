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1" r:id="rId2"/>
    <p:sldId id="2562" r:id="rId3"/>
    <p:sldId id="2563" r:id="rId4"/>
    <p:sldId id="2564" r:id="rId5"/>
    <p:sldId id="2571" r:id="rId6"/>
    <p:sldId id="2566" r:id="rId7"/>
    <p:sldId id="2567" r:id="rId8"/>
    <p:sldId id="2570" r:id="rId9"/>
  </p:sldIdLst>
  <p:sldSz cx="16256000" cy="9144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43FECA-0806-4547-BCCA-585ED87AE4AF}" v="86" dt="2026-04-02T13:40:57.9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es Elie Gentil" userId="74af2360-abab-4843-b67b-2113e1d8b6ff" providerId="ADAL" clId="{AD86CB07-70C5-4CD1-A749-7319E3D454C4}"/>
    <pc:docChg chg="undo custSel addSld delSld modSld sldOrd">
      <pc:chgData name="Charles Elie Gentil" userId="74af2360-abab-4843-b67b-2113e1d8b6ff" providerId="ADAL" clId="{AD86CB07-70C5-4CD1-A749-7319E3D454C4}" dt="2026-04-02T13:40:57.914" v="1871"/>
      <pc:docMkLst>
        <pc:docMk/>
      </pc:docMkLst>
      <pc:sldChg chg="addSp delSp modSp mod">
        <pc:chgData name="Charles Elie Gentil" userId="74af2360-abab-4843-b67b-2113e1d8b6ff" providerId="ADAL" clId="{AD86CB07-70C5-4CD1-A749-7319E3D454C4}" dt="2026-03-25T16:42:09.724" v="1018" actId="20577"/>
        <pc:sldMkLst>
          <pc:docMk/>
          <pc:sldMk cId="0" sldId="2561"/>
        </pc:sldMkLst>
        <pc:spChg chg="add mod">
          <ac:chgData name="Charles Elie Gentil" userId="74af2360-abab-4843-b67b-2113e1d8b6ff" providerId="ADAL" clId="{AD86CB07-70C5-4CD1-A749-7319E3D454C4}" dt="2026-03-25T16:42:09.724" v="1018" actId="20577"/>
          <ac:spMkLst>
            <pc:docMk/>
            <pc:sldMk cId="0" sldId="2561"/>
            <ac:spMk id="4" creationId="{27563462-90D9-EB80-D636-303CC86FD0C5}"/>
          </ac:spMkLst>
        </pc:spChg>
        <pc:spChg chg="mod">
          <ac:chgData name="Charles Elie Gentil" userId="74af2360-abab-4843-b67b-2113e1d8b6ff" providerId="ADAL" clId="{AD86CB07-70C5-4CD1-A749-7319E3D454C4}" dt="2026-03-25T15:35:37.810" v="229" actId="790"/>
          <ac:spMkLst>
            <pc:docMk/>
            <pc:sldMk cId="0" sldId="2561"/>
            <ac:spMk id="376021349" creationId="{00000000-0000-0000-0000-000000000000}"/>
          </ac:spMkLst>
        </pc:spChg>
        <pc:spChg chg="mod">
          <ac:chgData name="Charles Elie Gentil" userId="74af2360-abab-4843-b67b-2113e1d8b6ff" providerId="ADAL" clId="{AD86CB07-70C5-4CD1-A749-7319E3D454C4}" dt="2026-03-25T15:54:10.439" v="827" actId="313"/>
          <ac:spMkLst>
            <pc:docMk/>
            <pc:sldMk cId="0" sldId="2561"/>
            <ac:spMk id="620953467"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697681715"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071414966"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075154723"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121071264"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164085549" creationId="{00000000-0000-0000-0000-000000000000}"/>
          </ac:spMkLst>
        </pc:spChg>
        <pc:spChg chg="mod">
          <ac:chgData name="Charles Elie Gentil" userId="74af2360-abab-4843-b67b-2113e1d8b6ff" providerId="ADAL" clId="{AD86CB07-70C5-4CD1-A749-7319E3D454C4}" dt="2026-03-25T15:31:27.251" v="74" actId="14100"/>
          <ac:spMkLst>
            <pc:docMk/>
            <pc:sldMk cId="0" sldId="2561"/>
            <ac:spMk id="1198023603"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209797873"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264890568" creationId="{00000000-0000-0000-0000-000000000000}"/>
          </ac:spMkLst>
        </pc:spChg>
        <pc:spChg chg="mod">
          <ac:chgData name="Charles Elie Gentil" userId="74af2360-abab-4843-b67b-2113e1d8b6ff" providerId="ADAL" clId="{AD86CB07-70C5-4CD1-A749-7319E3D454C4}" dt="2026-03-25T15:33:57.702" v="159" actId="20577"/>
          <ac:spMkLst>
            <pc:docMk/>
            <pc:sldMk cId="0" sldId="2561"/>
            <ac:spMk id="1358039940" creationId="{00000000-0000-0000-0000-000000000000}"/>
          </ac:spMkLst>
        </pc:spChg>
        <pc:spChg chg="mod">
          <ac:chgData name="Charles Elie Gentil" userId="74af2360-abab-4843-b67b-2113e1d8b6ff" providerId="ADAL" clId="{AD86CB07-70C5-4CD1-A749-7319E3D454C4}" dt="2026-03-25T15:35:37.810" v="229" actId="790"/>
          <ac:spMkLst>
            <pc:docMk/>
            <pc:sldMk cId="0" sldId="2561"/>
            <ac:spMk id="1741879096" creationId="{00000000-0000-0000-0000-000000000000}"/>
          </ac:spMkLst>
        </pc:spChg>
        <pc:picChg chg="add mod ord">
          <ac:chgData name="Charles Elie Gentil" userId="74af2360-abab-4843-b67b-2113e1d8b6ff" providerId="ADAL" clId="{AD86CB07-70C5-4CD1-A749-7319E3D454C4}" dt="2026-03-25T15:30:31.074" v="62"/>
          <ac:picMkLst>
            <pc:docMk/>
            <pc:sldMk cId="0" sldId="2561"/>
            <ac:picMk id="2" creationId="{05629D9C-3637-9DD6-4012-E6EF1DBDD1DB}"/>
          </ac:picMkLst>
        </pc:picChg>
        <pc:picChg chg="add mod">
          <ac:chgData name="Charles Elie Gentil" userId="74af2360-abab-4843-b67b-2113e1d8b6ff" providerId="ADAL" clId="{AD86CB07-70C5-4CD1-A749-7319E3D454C4}" dt="2026-03-25T15:29:51.234" v="61"/>
          <ac:picMkLst>
            <pc:docMk/>
            <pc:sldMk cId="0" sldId="2561"/>
            <ac:picMk id="3" creationId="{A9A07EBD-F77F-E171-66F9-36F8002644EE}"/>
          </ac:picMkLst>
        </pc:picChg>
      </pc:sldChg>
      <pc:sldChg chg="addSp delSp modSp mod">
        <pc:chgData name="Charles Elie Gentil" userId="74af2360-abab-4843-b67b-2113e1d8b6ff" providerId="ADAL" clId="{AD86CB07-70C5-4CD1-A749-7319E3D454C4}" dt="2026-03-27T14:30:57.042" v="1817" actId="20577"/>
        <pc:sldMkLst>
          <pc:docMk/>
          <pc:sldMk cId="0" sldId="2562"/>
        </pc:sldMkLst>
        <pc:spChg chg="add mod">
          <ac:chgData name="Charles Elie Gentil" userId="74af2360-abab-4843-b67b-2113e1d8b6ff" providerId="ADAL" clId="{AD86CB07-70C5-4CD1-A749-7319E3D454C4}" dt="2026-03-27T14:30:03.236" v="1754" actId="20577"/>
          <ac:spMkLst>
            <pc:docMk/>
            <pc:sldMk cId="0" sldId="2562"/>
            <ac:spMk id="6" creationId="{A0E652B9-DB86-171C-6C0D-F09438FE16ED}"/>
          </ac:spMkLst>
        </pc:spChg>
        <pc:spChg chg="add mod">
          <ac:chgData name="Charles Elie Gentil" userId="74af2360-abab-4843-b67b-2113e1d8b6ff" providerId="ADAL" clId="{AD86CB07-70C5-4CD1-A749-7319E3D454C4}" dt="2026-03-27T14:30:30.881" v="1808" actId="20577"/>
          <ac:spMkLst>
            <pc:docMk/>
            <pc:sldMk cId="0" sldId="2562"/>
            <ac:spMk id="7" creationId="{0AD4022C-E72A-F249-2C5B-A6D09B8FAE8E}"/>
          </ac:spMkLst>
        </pc:spChg>
        <pc:spChg chg="add mod">
          <ac:chgData name="Charles Elie Gentil" userId="74af2360-abab-4843-b67b-2113e1d8b6ff" providerId="ADAL" clId="{AD86CB07-70C5-4CD1-A749-7319E3D454C4}" dt="2026-03-27T14:30:49.446" v="1813" actId="1076"/>
          <ac:spMkLst>
            <pc:docMk/>
            <pc:sldMk cId="0" sldId="2562"/>
            <ac:spMk id="9" creationId="{4A38A9C9-72A1-C473-AFEE-9C2E37CBB8D5}"/>
          </ac:spMkLst>
        </pc:spChg>
        <pc:spChg chg="add mod">
          <ac:chgData name="Charles Elie Gentil" userId="74af2360-abab-4843-b67b-2113e1d8b6ff" providerId="ADAL" clId="{AD86CB07-70C5-4CD1-A749-7319E3D454C4}" dt="2026-03-27T14:30:57.042" v="1817" actId="20577"/>
          <ac:spMkLst>
            <pc:docMk/>
            <pc:sldMk cId="0" sldId="2562"/>
            <ac:spMk id="10" creationId="{24AAE055-17FC-7CE3-A82F-91610C323D12}"/>
          </ac:spMkLst>
        </pc:spChg>
        <pc:spChg chg="mod">
          <ac:chgData name="Charles Elie Gentil" userId="74af2360-abab-4843-b67b-2113e1d8b6ff" providerId="ADAL" clId="{AD86CB07-70C5-4CD1-A749-7319E3D454C4}" dt="2026-03-25T15:35:37.810" v="229" actId="790"/>
          <ac:spMkLst>
            <pc:docMk/>
            <pc:sldMk cId="0" sldId="2562"/>
            <ac:spMk id="226563262" creationId="{00000000-0000-0000-0000-000000000000}"/>
          </ac:spMkLst>
        </pc:spChg>
        <pc:spChg chg="mod">
          <ac:chgData name="Charles Elie Gentil" userId="74af2360-abab-4843-b67b-2113e1d8b6ff" providerId="ADAL" clId="{AD86CB07-70C5-4CD1-A749-7319E3D454C4}" dt="2026-03-27T14:29:34.444" v="1725" actId="20577"/>
          <ac:spMkLst>
            <pc:docMk/>
            <pc:sldMk cId="0" sldId="2562"/>
            <ac:spMk id="360238303" creationId="{00000000-0000-0000-0000-000000000000}"/>
          </ac:spMkLst>
        </pc:spChg>
        <pc:spChg chg="mod">
          <ac:chgData name="Charles Elie Gentil" userId="74af2360-abab-4843-b67b-2113e1d8b6ff" providerId="ADAL" clId="{AD86CB07-70C5-4CD1-A749-7319E3D454C4}" dt="2026-03-25T15:35:37.810" v="229" actId="790"/>
          <ac:spMkLst>
            <pc:docMk/>
            <pc:sldMk cId="0" sldId="2562"/>
            <ac:spMk id="482257070" creationId="{00000000-0000-0000-0000-000000000000}"/>
          </ac:spMkLst>
        </pc:spChg>
        <pc:spChg chg="mod">
          <ac:chgData name="Charles Elie Gentil" userId="74af2360-abab-4843-b67b-2113e1d8b6ff" providerId="ADAL" clId="{AD86CB07-70C5-4CD1-A749-7319E3D454C4}" dt="2026-03-25T15:52:35.282" v="812" actId="2711"/>
          <ac:spMkLst>
            <pc:docMk/>
            <pc:sldMk cId="0" sldId="2562"/>
            <ac:spMk id="565751640" creationId="{00000000-0000-0000-0000-000000000000}"/>
          </ac:spMkLst>
        </pc:spChg>
        <pc:spChg chg="mod">
          <ac:chgData name="Charles Elie Gentil" userId="74af2360-abab-4843-b67b-2113e1d8b6ff" providerId="ADAL" clId="{AD86CB07-70C5-4CD1-A749-7319E3D454C4}" dt="2026-03-25T15:35:37.810" v="229" actId="790"/>
          <ac:spMkLst>
            <pc:docMk/>
            <pc:sldMk cId="0" sldId="2562"/>
            <ac:spMk id="567709669" creationId="{00000000-0000-0000-0000-000000000000}"/>
          </ac:spMkLst>
        </pc:spChg>
        <pc:spChg chg="mod">
          <ac:chgData name="Charles Elie Gentil" userId="74af2360-abab-4843-b67b-2113e1d8b6ff" providerId="ADAL" clId="{AD86CB07-70C5-4CD1-A749-7319E3D454C4}" dt="2026-03-27T14:29:31.678" v="1723" actId="20577"/>
          <ac:spMkLst>
            <pc:docMk/>
            <pc:sldMk cId="0" sldId="2562"/>
            <ac:spMk id="691291712" creationId="{00000000-0000-0000-0000-000000000000}"/>
          </ac:spMkLst>
        </pc:spChg>
        <pc:spChg chg="mod">
          <ac:chgData name="Charles Elie Gentil" userId="74af2360-abab-4843-b67b-2113e1d8b6ff" providerId="ADAL" clId="{AD86CB07-70C5-4CD1-A749-7319E3D454C4}" dt="2026-03-25T15:35:37.810" v="229" actId="790"/>
          <ac:spMkLst>
            <pc:docMk/>
            <pc:sldMk cId="0" sldId="2562"/>
            <ac:spMk id="781617167" creationId="{00000000-0000-0000-0000-000000000000}"/>
          </ac:spMkLst>
        </pc:spChg>
        <pc:spChg chg="mod">
          <ac:chgData name="Charles Elie Gentil" userId="74af2360-abab-4843-b67b-2113e1d8b6ff" providerId="ADAL" clId="{AD86CB07-70C5-4CD1-A749-7319E3D454C4}" dt="2026-03-27T14:28:57.503" v="1699" actId="20577"/>
          <ac:spMkLst>
            <pc:docMk/>
            <pc:sldMk cId="0" sldId="2562"/>
            <ac:spMk id="1027457828" creationId="{00000000-0000-0000-0000-000000000000}"/>
          </ac:spMkLst>
        </pc:spChg>
        <pc:spChg chg="mod">
          <ac:chgData name="Charles Elie Gentil" userId="74af2360-abab-4843-b67b-2113e1d8b6ff" providerId="ADAL" clId="{AD86CB07-70C5-4CD1-A749-7319E3D454C4}" dt="2026-03-25T15:35:37.810" v="229" actId="790"/>
          <ac:spMkLst>
            <pc:docMk/>
            <pc:sldMk cId="0" sldId="2562"/>
            <ac:spMk id="1677708211" creationId="{00000000-0000-0000-0000-000000000000}"/>
          </ac:spMkLst>
        </pc:spChg>
        <pc:picChg chg="add mod">
          <ac:chgData name="Charles Elie Gentil" userId="74af2360-abab-4843-b67b-2113e1d8b6ff" providerId="ADAL" clId="{AD86CB07-70C5-4CD1-A749-7319E3D454C4}" dt="2026-03-25T15:25:57.504" v="50"/>
          <ac:picMkLst>
            <pc:docMk/>
            <pc:sldMk cId="0" sldId="2562"/>
            <ac:picMk id="4" creationId="{216AA6CF-37C5-92AE-6D2D-A6FA84F42B56}"/>
          </ac:picMkLst>
        </pc:picChg>
        <pc:picChg chg="add mod">
          <ac:chgData name="Charles Elie Gentil" userId="74af2360-abab-4843-b67b-2113e1d8b6ff" providerId="ADAL" clId="{AD86CB07-70C5-4CD1-A749-7319E3D454C4}" dt="2026-03-27T14:27:27.359" v="1684" actId="1076"/>
          <ac:picMkLst>
            <pc:docMk/>
            <pc:sldMk cId="0" sldId="2562"/>
            <ac:picMk id="5" creationId="{933B68F4-1E41-2668-B72B-E3F2D955ADFF}"/>
          </ac:picMkLst>
        </pc:picChg>
        <pc:picChg chg="add mod">
          <ac:chgData name="Charles Elie Gentil" userId="74af2360-abab-4843-b67b-2113e1d8b6ff" providerId="ADAL" clId="{AD86CB07-70C5-4CD1-A749-7319E3D454C4}" dt="2026-03-25T15:26:32.558" v="57" actId="1076"/>
          <ac:picMkLst>
            <pc:docMk/>
            <pc:sldMk cId="0" sldId="2562"/>
            <ac:picMk id="8" creationId="{71CCA663-CB0D-40B2-87F0-BBAF60B7EF0C}"/>
          </ac:picMkLst>
        </pc:picChg>
      </pc:sldChg>
      <pc:sldChg chg="addSp modSp mod">
        <pc:chgData name="Charles Elie Gentil" userId="74af2360-abab-4843-b67b-2113e1d8b6ff" providerId="ADAL" clId="{AD86CB07-70C5-4CD1-A749-7319E3D454C4}" dt="2026-03-27T14:28:12.675" v="1693"/>
        <pc:sldMkLst>
          <pc:docMk/>
          <pc:sldMk cId="0" sldId="2563"/>
        </pc:sldMkLst>
        <pc:spChg chg="mod">
          <ac:chgData name="Charles Elie Gentil" userId="74af2360-abab-4843-b67b-2113e1d8b6ff" providerId="ADAL" clId="{AD86CB07-70C5-4CD1-A749-7319E3D454C4}" dt="2026-03-25T15:34:49.102" v="193" actId="20577"/>
          <ac:spMkLst>
            <pc:docMk/>
            <pc:sldMk cId="0" sldId="2563"/>
            <ac:spMk id="188302729"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464391249"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492144364" creationId="{00000000-0000-0000-0000-000000000000}"/>
          </ac:spMkLst>
        </pc:spChg>
        <pc:spChg chg="mod">
          <ac:chgData name="Charles Elie Gentil" userId="74af2360-abab-4843-b67b-2113e1d8b6ff" providerId="ADAL" clId="{AD86CB07-70C5-4CD1-A749-7319E3D454C4}" dt="2026-03-25T15:40:57.730" v="392" actId="20577"/>
          <ac:spMkLst>
            <pc:docMk/>
            <pc:sldMk cId="0" sldId="2563"/>
            <ac:spMk id="608371537" creationId="{00000000-0000-0000-0000-000000000000}"/>
          </ac:spMkLst>
        </pc:spChg>
        <pc:spChg chg="mod">
          <ac:chgData name="Charles Elie Gentil" userId="74af2360-abab-4843-b67b-2113e1d8b6ff" providerId="ADAL" clId="{AD86CB07-70C5-4CD1-A749-7319E3D454C4}" dt="2026-03-25T15:52:31.820" v="811" actId="2711"/>
          <ac:spMkLst>
            <pc:docMk/>
            <pc:sldMk cId="0" sldId="2563"/>
            <ac:spMk id="653273314"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698359324" creationId="{00000000-0000-0000-0000-000000000000}"/>
          </ac:spMkLst>
        </pc:spChg>
        <pc:spChg chg="mod">
          <ac:chgData name="Charles Elie Gentil" userId="74af2360-abab-4843-b67b-2113e1d8b6ff" providerId="ADAL" clId="{AD86CB07-70C5-4CD1-A749-7319E3D454C4}" dt="2026-03-27T07:54:28.605" v="1198" actId="20577"/>
          <ac:spMkLst>
            <pc:docMk/>
            <pc:sldMk cId="0" sldId="2563"/>
            <ac:spMk id="730778992" creationId="{00000000-0000-0000-0000-000000000000}"/>
          </ac:spMkLst>
        </pc:spChg>
        <pc:spChg chg="mod">
          <ac:chgData name="Charles Elie Gentil" userId="74af2360-abab-4843-b67b-2113e1d8b6ff" providerId="ADAL" clId="{AD86CB07-70C5-4CD1-A749-7319E3D454C4}" dt="2026-03-25T15:39:08.824" v="315" actId="20577"/>
          <ac:spMkLst>
            <pc:docMk/>
            <pc:sldMk cId="0" sldId="2563"/>
            <ac:spMk id="1068148745"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1391932135"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1510801151" creationId="{00000000-0000-0000-0000-000000000000}"/>
          </ac:spMkLst>
        </pc:spChg>
        <pc:spChg chg="mod">
          <ac:chgData name="Charles Elie Gentil" userId="74af2360-abab-4843-b67b-2113e1d8b6ff" providerId="ADAL" clId="{AD86CB07-70C5-4CD1-A749-7319E3D454C4}" dt="2026-03-25T15:34:55.800" v="202" actId="20577"/>
          <ac:spMkLst>
            <pc:docMk/>
            <pc:sldMk cId="0" sldId="2563"/>
            <ac:spMk id="1560554272"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1628184934" creationId="{00000000-0000-0000-0000-000000000000}"/>
          </ac:spMkLst>
        </pc:spChg>
        <pc:spChg chg="mod">
          <ac:chgData name="Charles Elie Gentil" userId="74af2360-abab-4843-b67b-2113e1d8b6ff" providerId="ADAL" clId="{AD86CB07-70C5-4CD1-A749-7319E3D454C4}" dt="2026-03-25T15:35:37.810" v="229" actId="790"/>
          <ac:spMkLst>
            <pc:docMk/>
            <pc:sldMk cId="0" sldId="2563"/>
            <ac:spMk id="1735417596" creationId="{00000000-0000-0000-0000-000000000000}"/>
          </ac:spMkLst>
        </pc:spChg>
        <pc:spChg chg="mod">
          <ac:chgData name="Charles Elie Gentil" userId="74af2360-abab-4843-b67b-2113e1d8b6ff" providerId="ADAL" clId="{AD86CB07-70C5-4CD1-A749-7319E3D454C4}" dt="2026-03-25T15:40:15.891" v="366" actId="6549"/>
          <ac:spMkLst>
            <pc:docMk/>
            <pc:sldMk cId="0" sldId="2563"/>
            <ac:spMk id="1946451498" creationId="{00000000-0000-0000-0000-000000000000}"/>
          </ac:spMkLst>
        </pc:spChg>
        <pc:picChg chg="add mod">
          <ac:chgData name="Charles Elie Gentil" userId="74af2360-abab-4843-b67b-2113e1d8b6ff" providerId="ADAL" clId="{AD86CB07-70C5-4CD1-A749-7319E3D454C4}" dt="2026-03-27T14:28:04.320" v="1692"/>
          <ac:picMkLst>
            <pc:docMk/>
            <pc:sldMk cId="0" sldId="2563"/>
            <ac:picMk id="2" creationId="{447F4FEB-3098-824F-72AA-2275F0DE28BB}"/>
          </ac:picMkLst>
        </pc:picChg>
      </pc:sldChg>
      <pc:sldChg chg="addSp modSp mod">
        <pc:chgData name="Charles Elie Gentil" userId="74af2360-abab-4843-b67b-2113e1d8b6ff" providerId="ADAL" clId="{AD86CB07-70C5-4CD1-A749-7319E3D454C4}" dt="2026-03-27T14:28:20.648" v="1694"/>
        <pc:sldMkLst>
          <pc:docMk/>
          <pc:sldMk cId="0" sldId="2564"/>
        </pc:sldMkLst>
        <pc:spChg chg="mod">
          <ac:chgData name="Charles Elie Gentil" userId="74af2360-abab-4843-b67b-2113e1d8b6ff" providerId="ADAL" clId="{AD86CB07-70C5-4CD1-A749-7319E3D454C4}" dt="2026-03-25T15:52:16.241" v="810" actId="14100"/>
          <ac:spMkLst>
            <pc:docMk/>
            <pc:sldMk cId="0" sldId="2564"/>
            <ac:spMk id="746626845" creationId="{00000000-0000-0000-0000-000000000000}"/>
          </ac:spMkLst>
        </pc:spChg>
        <pc:spChg chg="mod">
          <ac:chgData name="Charles Elie Gentil" userId="74af2360-abab-4843-b67b-2113e1d8b6ff" providerId="ADAL" clId="{AD86CB07-70C5-4CD1-A749-7319E3D454C4}" dt="2026-03-25T15:35:37.810" v="229" actId="790"/>
          <ac:spMkLst>
            <pc:docMk/>
            <pc:sldMk cId="0" sldId="2564"/>
            <ac:spMk id="810434494" creationId="{00000000-0000-0000-0000-000000000000}"/>
          </ac:spMkLst>
        </pc:spChg>
        <pc:spChg chg="mod">
          <ac:chgData name="Charles Elie Gentil" userId="74af2360-abab-4843-b67b-2113e1d8b6ff" providerId="ADAL" clId="{AD86CB07-70C5-4CD1-A749-7319E3D454C4}" dt="2026-03-25T15:35:37.810" v="229" actId="790"/>
          <ac:spMkLst>
            <pc:docMk/>
            <pc:sldMk cId="0" sldId="2564"/>
            <ac:spMk id="1013417358" creationId="{00000000-0000-0000-0000-000000000000}"/>
          </ac:spMkLst>
        </pc:spChg>
        <pc:spChg chg="mod">
          <ac:chgData name="Charles Elie Gentil" userId="74af2360-abab-4843-b67b-2113e1d8b6ff" providerId="ADAL" clId="{AD86CB07-70C5-4CD1-A749-7319E3D454C4}" dt="2026-03-25T15:35:37.810" v="229" actId="790"/>
          <ac:spMkLst>
            <pc:docMk/>
            <pc:sldMk cId="0" sldId="2564"/>
            <ac:spMk id="1263609163" creationId="{00000000-0000-0000-0000-000000000000}"/>
          </ac:spMkLst>
        </pc:spChg>
        <pc:spChg chg="mod">
          <ac:chgData name="Charles Elie Gentil" userId="74af2360-abab-4843-b67b-2113e1d8b6ff" providerId="ADAL" clId="{AD86CB07-70C5-4CD1-A749-7319E3D454C4}" dt="2026-03-25T15:52:05.117" v="808" actId="2711"/>
          <ac:spMkLst>
            <pc:docMk/>
            <pc:sldMk cId="0" sldId="2564"/>
            <ac:spMk id="1631251384" creationId="{00000000-0000-0000-0000-000000000000}"/>
          </ac:spMkLst>
        </pc:spChg>
        <pc:spChg chg="mod">
          <ac:chgData name="Charles Elie Gentil" userId="74af2360-abab-4843-b67b-2113e1d8b6ff" providerId="ADAL" clId="{AD86CB07-70C5-4CD1-A749-7319E3D454C4}" dt="2026-03-25T15:55:30.214" v="841" actId="14100"/>
          <ac:spMkLst>
            <pc:docMk/>
            <pc:sldMk cId="0" sldId="2564"/>
            <ac:spMk id="1665773286" creationId="{00000000-0000-0000-0000-000000000000}"/>
          </ac:spMkLst>
        </pc:spChg>
        <pc:spChg chg="mod">
          <ac:chgData name="Charles Elie Gentil" userId="74af2360-abab-4843-b67b-2113e1d8b6ff" providerId="ADAL" clId="{AD86CB07-70C5-4CD1-A749-7319E3D454C4}" dt="2026-03-25T15:35:37.810" v="229" actId="790"/>
          <ac:spMkLst>
            <pc:docMk/>
            <pc:sldMk cId="0" sldId="2564"/>
            <ac:spMk id="2054795510" creationId="{00000000-0000-0000-0000-000000000000}"/>
          </ac:spMkLst>
        </pc:spChg>
        <pc:picChg chg="add mod">
          <ac:chgData name="Charles Elie Gentil" userId="74af2360-abab-4843-b67b-2113e1d8b6ff" providerId="ADAL" clId="{AD86CB07-70C5-4CD1-A749-7319E3D454C4}" dt="2026-03-27T14:27:06.426" v="1681" actId="1076"/>
          <ac:picMkLst>
            <pc:docMk/>
            <pc:sldMk cId="0" sldId="2564"/>
            <ac:picMk id="2" creationId="{6ECBEA5A-6548-2630-0EF8-160155C0D323}"/>
          </ac:picMkLst>
        </pc:picChg>
      </pc:sldChg>
      <pc:sldChg chg="addSp delSp modSp mod">
        <pc:chgData name="Charles Elie Gentil" userId="74af2360-abab-4843-b67b-2113e1d8b6ff" providerId="ADAL" clId="{AD86CB07-70C5-4CD1-A749-7319E3D454C4}" dt="2026-03-27T14:27:37.339" v="1686"/>
        <pc:sldMkLst>
          <pc:docMk/>
          <pc:sldMk cId="0" sldId="2566"/>
        </pc:sldMkLst>
        <pc:spChg chg="add mod">
          <ac:chgData name="Charles Elie Gentil" userId="74af2360-abab-4843-b67b-2113e1d8b6ff" providerId="ADAL" clId="{AD86CB07-70C5-4CD1-A749-7319E3D454C4}" dt="2026-03-25T16:52:37.942" v="1180" actId="1035"/>
          <ac:spMkLst>
            <pc:docMk/>
            <pc:sldMk cId="0" sldId="2566"/>
            <ac:spMk id="2" creationId="{A1FF15B8-3D73-30EF-2B86-AEBAF4AB8538}"/>
          </ac:spMkLst>
        </pc:spChg>
        <pc:spChg chg="add mod">
          <ac:chgData name="Charles Elie Gentil" userId="74af2360-abab-4843-b67b-2113e1d8b6ff" providerId="ADAL" clId="{AD86CB07-70C5-4CD1-A749-7319E3D454C4}" dt="2026-03-25T16:53:53.852" v="1190" actId="1038"/>
          <ac:spMkLst>
            <pc:docMk/>
            <pc:sldMk cId="0" sldId="2566"/>
            <ac:spMk id="3" creationId="{578B7FE4-93EF-4949-06B7-9DC53B9016DE}"/>
          </ac:spMkLst>
        </pc:spChg>
        <pc:spChg chg="mod">
          <ac:chgData name="Charles Elie Gentil" userId="74af2360-abab-4843-b67b-2113e1d8b6ff" providerId="ADAL" clId="{AD86CB07-70C5-4CD1-A749-7319E3D454C4}" dt="2026-03-25T16:50:46.938" v="1173" actId="14100"/>
          <ac:spMkLst>
            <pc:docMk/>
            <pc:sldMk cId="0" sldId="2566"/>
            <ac:spMk id="289245817" creationId="{00000000-0000-0000-0000-000000000000}"/>
          </ac:spMkLst>
        </pc:spChg>
        <pc:spChg chg="mod">
          <ac:chgData name="Charles Elie Gentil" userId="74af2360-abab-4843-b67b-2113e1d8b6ff" providerId="ADAL" clId="{AD86CB07-70C5-4CD1-A749-7319E3D454C4}" dt="2026-03-25T16:43:02.699" v="1091" actId="1035"/>
          <ac:spMkLst>
            <pc:docMk/>
            <pc:sldMk cId="0" sldId="2566"/>
            <ac:spMk id="431995550" creationId="{00000000-0000-0000-0000-000000000000}"/>
          </ac:spMkLst>
        </pc:spChg>
        <pc:spChg chg="mod">
          <ac:chgData name="Charles Elie Gentil" userId="74af2360-abab-4843-b67b-2113e1d8b6ff" providerId="ADAL" clId="{AD86CB07-70C5-4CD1-A749-7319E3D454C4}" dt="2026-03-25T16:33:36.517" v="873" actId="14100"/>
          <ac:spMkLst>
            <pc:docMk/>
            <pc:sldMk cId="0" sldId="2566"/>
            <ac:spMk id="515540756" creationId="{00000000-0000-0000-0000-000000000000}"/>
          </ac:spMkLst>
        </pc:spChg>
        <pc:spChg chg="mod">
          <ac:chgData name="Charles Elie Gentil" userId="74af2360-abab-4843-b67b-2113e1d8b6ff" providerId="ADAL" clId="{AD86CB07-70C5-4CD1-A749-7319E3D454C4}" dt="2026-03-25T15:51:46.142" v="806" actId="2711"/>
          <ac:spMkLst>
            <pc:docMk/>
            <pc:sldMk cId="0" sldId="2566"/>
            <ac:spMk id="667773254" creationId="{00000000-0000-0000-0000-000000000000}"/>
          </ac:spMkLst>
        </pc:spChg>
        <pc:spChg chg="mod">
          <ac:chgData name="Charles Elie Gentil" userId="74af2360-abab-4843-b67b-2113e1d8b6ff" providerId="ADAL" clId="{AD86CB07-70C5-4CD1-A749-7319E3D454C4}" dt="2026-03-25T16:50:42.896" v="1172" actId="14100"/>
          <ac:spMkLst>
            <pc:docMk/>
            <pc:sldMk cId="0" sldId="2566"/>
            <ac:spMk id="764545205" creationId="{00000000-0000-0000-0000-000000000000}"/>
          </ac:spMkLst>
        </pc:spChg>
        <pc:spChg chg="mod">
          <ac:chgData name="Charles Elie Gentil" userId="74af2360-abab-4843-b67b-2113e1d8b6ff" providerId="ADAL" clId="{AD86CB07-70C5-4CD1-A749-7319E3D454C4}" dt="2026-03-25T16:43:02.699" v="1091" actId="1035"/>
          <ac:spMkLst>
            <pc:docMk/>
            <pc:sldMk cId="0" sldId="2566"/>
            <ac:spMk id="1316600434" creationId="{00000000-0000-0000-0000-000000000000}"/>
          </ac:spMkLst>
        </pc:spChg>
        <pc:spChg chg="mod">
          <ac:chgData name="Charles Elie Gentil" userId="74af2360-abab-4843-b67b-2113e1d8b6ff" providerId="ADAL" clId="{AD86CB07-70C5-4CD1-A749-7319E3D454C4}" dt="2026-03-25T16:50:52.046" v="1175" actId="14100"/>
          <ac:spMkLst>
            <pc:docMk/>
            <pc:sldMk cId="0" sldId="2566"/>
            <ac:spMk id="1598953158" creationId="{00000000-0000-0000-0000-000000000000}"/>
          </ac:spMkLst>
        </pc:spChg>
        <pc:spChg chg="mod">
          <ac:chgData name="Charles Elie Gentil" userId="74af2360-abab-4843-b67b-2113e1d8b6ff" providerId="ADAL" clId="{AD86CB07-70C5-4CD1-A749-7319E3D454C4}" dt="2026-03-25T16:43:02.699" v="1091" actId="1035"/>
          <ac:spMkLst>
            <pc:docMk/>
            <pc:sldMk cId="0" sldId="2566"/>
            <ac:spMk id="2054481990" creationId="{00000000-0000-0000-0000-000000000000}"/>
          </ac:spMkLst>
        </pc:spChg>
        <pc:spChg chg="mod">
          <ac:chgData name="Charles Elie Gentil" userId="74af2360-abab-4843-b67b-2113e1d8b6ff" providerId="ADAL" clId="{AD86CB07-70C5-4CD1-A749-7319E3D454C4}" dt="2026-03-25T16:50:49.524" v="1174" actId="14100"/>
          <ac:spMkLst>
            <pc:docMk/>
            <pc:sldMk cId="0" sldId="2566"/>
            <ac:spMk id="2142851595" creationId="{00000000-0000-0000-0000-000000000000}"/>
          </ac:spMkLst>
        </pc:spChg>
        <pc:picChg chg="add mod">
          <ac:chgData name="Charles Elie Gentil" userId="74af2360-abab-4843-b67b-2113e1d8b6ff" providerId="ADAL" clId="{AD86CB07-70C5-4CD1-A749-7319E3D454C4}" dt="2026-03-27T14:27:37.339" v="1686"/>
          <ac:picMkLst>
            <pc:docMk/>
            <pc:sldMk cId="0" sldId="2566"/>
            <ac:picMk id="4" creationId="{974CB46C-9DD9-DAFF-D7DE-34B98AEAA8E9}"/>
          </ac:picMkLst>
        </pc:picChg>
      </pc:sldChg>
      <pc:sldChg chg="addSp delSp modSp mod">
        <pc:chgData name="Charles Elie Gentil" userId="74af2360-abab-4843-b67b-2113e1d8b6ff" providerId="ADAL" clId="{AD86CB07-70C5-4CD1-A749-7319E3D454C4}" dt="2026-03-27T14:27:42.201" v="1688"/>
        <pc:sldMkLst>
          <pc:docMk/>
          <pc:sldMk cId="0" sldId="2567"/>
        </pc:sldMkLst>
        <pc:spChg chg="mod">
          <ac:chgData name="Charles Elie Gentil" userId="74af2360-abab-4843-b67b-2113e1d8b6ff" providerId="ADAL" clId="{AD86CB07-70C5-4CD1-A749-7319E3D454C4}" dt="2026-03-25T15:51:16.246" v="803" actId="20577"/>
          <ac:spMkLst>
            <pc:docMk/>
            <pc:sldMk cId="0" sldId="2567"/>
            <ac:spMk id="193771274" creationId="{00000000-0000-0000-0000-000000000000}"/>
          </ac:spMkLst>
        </pc:spChg>
        <pc:spChg chg="mod">
          <ac:chgData name="Charles Elie Gentil" userId="74af2360-abab-4843-b67b-2113e1d8b6ff" providerId="ADAL" clId="{AD86CB07-70C5-4CD1-A749-7319E3D454C4}" dt="2026-03-25T15:49:02.991" v="720" actId="20577"/>
          <ac:spMkLst>
            <pc:docMk/>
            <pc:sldMk cId="0" sldId="2567"/>
            <ac:spMk id="293897718" creationId="{00000000-0000-0000-0000-000000000000}"/>
          </ac:spMkLst>
        </pc:spChg>
        <pc:spChg chg="mod">
          <ac:chgData name="Charles Elie Gentil" userId="74af2360-abab-4843-b67b-2113e1d8b6ff" providerId="ADAL" clId="{AD86CB07-70C5-4CD1-A749-7319E3D454C4}" dt="2026-03-25T15:48:26.875" v="710" actId="20577"/>
          <ac:spMkLst>
            <pc:docMk/>
            <pc:sldMk cId="0" sldId="2567"/>
            <ac:spMk id="469701991"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473646713"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927161514" creationId="{00000000-0000-0000-0000-000000000000}"/>
          </ac:spMkLst>
        </pc:spChg>
        <pc:spChg chg="mod">
          <ac:chgData name="Charles Elie Gentil" userId="74af2360-abab-4843-b67b-2113e1d8b6ff" providerId="ADAL" clId="{AD86CB07-70C5-4CD1-A749-7319E3D454C4}" dt="2026-03-25T15:51:07.534" v="800" actId="20577"/>
          <ac:spMkLst>
            <pc:docMk/>
            <pc:sldMk cId="0" sldId="2567"/>
            <ac:spMk id="934067214"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128593266"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283875376"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450906643"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538360487" creationId="{00000000-0000-0000-0000-000000000000}"/>
          </ac:spMkLst>
        </pc:spChg>
        <pc:spChg chg="mod">
          <ac:chgData name="Charles Elie Gentil" userId="74af2360-abab-4843-b67b-2113e1d8b6ff" providerId="ADAL" clId="{AD86CB07-70C5-4CD1-A749-7319E3D454C4}" dt="2026-03-25T15:48:11.048" v="698" actId="20577"/>
          <ac:spMkLst>
            <pc:docMk/>
            <pc:sldMk cId="0" sldId="2567"/>
            <ac:spMk id="1691451358"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724492208"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1791726903" creationId="{00000000-0000-0000-0000-000000000000}"/>
          </ac:spMkLst>
        </pc:spChg>
        <pc:spChg chg="mod">
          <ac:chgData name="Charles Elie Gentil" userId="74af2360-abab-4843-b67b-2113e1d8b6ff" providerId="ADAL" clId="{AD86CB07-70C5-4CD1-A749-7319E3D454C4}" dt="2026-03-25T15:51:29.101" v="804" actId="2711"/>
          <ac:spMkLst>
            <pc:docMk/>
            <pc:sldMk cId="0" sldId="2567"/>
            <ac:spMk id="1936969041" creationId="{00000000-0000-0000-0000-000000000000}"/>
          </ac:spMkLst>
        </pc:spChg>
        <pc:spChg chg="mod">
          <ac:chgData name="Charles Elie Gentil" userId="74af2360-abab-4843-b67b-2113e1d8b6ff" providerId="ADAL" clId="{AD86CB07-70C5-4CD1-A749-7319E3D454C4}" dt="2026-03-25T15:35:37.810" v="229" actId="790"/>
          <ac:spMkLst>
            <pc:docMk/>
            <pc:sldMk cId="0" sldId="2567"/>
            <ac:spMk id="2124507857" creationId="{00000000-0000-0000-0000-000000000000}"/>
          </ac:spMkLst>
        </pc:spChg>
        <pc:picChg chg="add mod">
          <ac:chgData name="Charles Elie Gentil" userId="74af2360-abab-4843-b67b-2113e1d8b6ff" providerId="ADAL" clId="{AD86CB07-70C5-4CD1-A749-7319E3D454C4}" dt="2026-03-27T14:27:42.201" v="1688"/>
          <ac:picMkLst>
            <pc:docMk/>
            <pc:sldMk cId="0" sldId="2567"/>
            <ac:picMk id="2" creationId="{7958B8EA-D837-29A8-ED0D-91C3F3EF8F39}"/>
          </ac:picMkLst>
        </pc:picChg>
      </pc:sldChg>
      <pc:sldChg chg="addSp delSp modSp add mod">
        <pc:chgData name="Charles Elie Gentil" userId="74af2360-abab-4843-b67b-2113e1d8b6ff" providerId="ADAL" clId="{AD86CB07-70C5-4CD1-A749-7319E3D454C4}" dt="2026-04-02T08:35:48.795" v="1870" actId="1076"/>
        <pc:sldMkLst>
          <pc:docMk/>
          <pc:sldMk cId="1430175704" sldId="2570"/>
        </pc:sldMkLst>
        <pc:spChg chg="add mod">
          <ac:chgData name="Charles Elie Gentil" userId="74af2360-abab-4843-b67b-2113e1d8b6ff" providerId="ADAL" clId="{AD86CB07-70C5-4CD1-A749-7319E3D454C4}" dt="2026-03-25T15:56:07.827" v="843" actId="1076"/>
          <ac:spMkLst>
            <pc:docMk/>
            <pc:sldMk cId="1430175704" sldId="2570"/>
            <ac:spMk id="5" creationId="{98F7BABA-C118-F477-04FB-832AA92F2927}"/>
          </ac:spMkLst>
        </pc:spChg>
        <pc:spChg chg="mod topLvl">
          <ac:chgData name="Charles Elie Gentil" userId="74af2360-abab-4843-b67b-2113e1d8b6ff" providerId="ADAL" clId="{AD86CB07-70C5-4CD1-A749-7319E3D454C4}" dt="2026-04-02T08:35:39.763" v="1868" actId="14100"/>
          <ac:spMkLst>
            <pc:docMk/>
            <pc:sldMk cId="1430175704" sldId="2570"/>
            <ac:spMk id="7" creationId="{2DC902FF-408E-79B5-60ED-2E6F63F7A390}"/>
          </ac:spMkLst>
        </pc:spChg>
        <pc:spChg chg="add mod">
          <ac:chgData name="Charles Elie Gentil" userId="74af2360-abab-4843-b67b-2113e1d8b6ff" providerId="ADAL" clId="{AD86CB07-70C5-4CD1-A749-7319E3D454C4}" dt="2026-04-02T08:35:19.700" v="1865" actId="20577"/>
          <ac:spMkLst>
            <pc:docMk/>
            <pc:sldMk cId="1430175704" sldId="2570"/>
            <ac:spMk id="9" creationId="{39FBD7DB-F17C-1F01-736C-B150426CE53B}"/>
          </ac:spMkLst>
        </pc:spChg>
        <pc:spChg chg="mod">
          <ac:chgData name="Charles Elie Gentil" userId="74af2360-abab-4843-b67b-2113e1d8b6ff" providerId="ADAL" clId="{AD86CB07-70C5-4CD1-A749-7319E3D454C4}" dt="2026-03-25T15:58:20.875" v="869" actId="2711"/>
          <ac:spMkLst>
            <pc:docMk/>
            <pc:sldMk cId="1430175704" sldId="2570"/>
            <ac:spMk id="667773254" creationId="{28E39769-3FC6-BD99-A2D9-DFF5A3703BE8}"/>
          </ac:spMkLst>
        </pc:spChg>
        <pc:grpChg chg="add mod">
          <ac:chgData name="Charles Elie Gentil" userId="74af2360-abab-4843-b67b-2113e1d8b6ff" providerId="ADAL" clId="{AD86CB07-70C5-4CD1-A749-7319E3D454C4}" dt="2026-04-02T08:35:48.795" v="1870" actId="1076"/>
          <ac:grpSpMkLst>
            <pc:docMk/>
            <pc:sldMk cId="1430175704" sldId="2570"/>
            <ac:grpSpMk id="13" creationId="{7D2BECC7-AE5D-CF28-AC2A-3516BAD36FA9}"/>
          </ac:grpSpMkLst>
        </pc:grpChg>
        <pc:picChg chg="add mod">
          <ac:chgData name="Charles Elie Gentil" userId="74af2360-abab-4843-b67b-2113e1d8b6ff" providerId="ADAL" clId="{AD86CB07-70C5-4CD1-A749-7319E3D454C4}" dt="2026-03-27T14:27:47.642" v="1690"/>
          <ac:picMkLst>
            <pc:docMk/>
            <pc:sldMk cId="1430175704" sldId="2570"/>
            <ac:picMk id="2" creationId="{B833E89C-D744-C9AA-3DA7-D1264D5014A8}"/>
          </ac:picMkLst>
        </pc:picChg>
        <pc:picChg chg="add mod">
          <ac:chgData name="Charles Elie Gentil" userId="74af2360-abab-4843-b67b-2113e1d8b6ff" providerId="ADAL" clId="{AD86CB07-70C5-4CD1-A749-7319E3D454C4}" dt="2026-03-27T14:27:57.743" v="1691" actId="1076"/>
          <ac:picMkLst>
            <pc:docMk/>
            <pc:sldMk cId="1430175704" sldId="2570"/>
            <ac:picMk id="3" creationId="{BFE28038-5E92-D05D-1552-8D142C5FE34C}"/>
          </ac:picMkLst>
        </pc:picChg>
        <pc:picChg chg="add mod">
          <ac:chgData name="Charles Elie Gentil" userId="74af2360-abab-4843-b67b-2113e1d8b6ff" providerId="ADAL" clId="{AD86CB07-70C5-4CD1-A749-7319E3D454C4}" dt="2026-03-27T10:27:35.151" v="1223" actId="1035"/>
          <ac:picMkLst>
            <pc:docMk/>
            <pc:sldMk cId="1430175704" sldId="2570"/>
            <ac:picMk id="10" creationId="{949537AA-8A7C-6B88-0DD0-E5B036BA36CB}"/>
          </ac:picMkLst>
        </pc:picChg>
        <pc:picChg chg="add mod">
          <ac:chgData name="Charles Elie Gentil" userId="74af2360-abab-4843-b67b-2113e1d8b6ff" providerId="ADAL" clId="{AD86CB07-70C5-4CD1-A749-7319E3D454C4}" dt="2026-04-02T08:35:44.262" v="1869" actId="1076"/>
          <ac:picMkLst>
            <pc:docMk/>
            <pc:sldMk cId="1430175704" sldId="2570"/>
            <ac:picMk id="12" creationId="{957C1286-9376-0C29-71FE-2905018FE094}"/>
          </ac:picMkLst>
        </pc:picChg>
      </pc:sldChg>
      <pc:sldChg chg="addSp delSp modSp add mod">
        <pc:chgData name="Charles Elie Gentil" userId="74af2360-abab-4843-b67b-2113e1d8b6ff" providerId="ADAL" clId="{AD86CB07-70C5-4CD1-A749-7319E3D454C4}" dt="2026-04-02T13:40:57.914" v="1871"/>
        <pc:sldMkLst>
          <pc:docMk/>
          <pc:sldMk cId="512270002" sldId="2571"/>
        </pc:sldMkLst>
        <pc:spChg chg="add mod">
          <ac:chgData name="Charles Elie Gentil" userId="74af2360-abab-4843-b67b-2113e1d8b6ff" providerId="ADAL" clId="{AD86CB07-70C5-4CD1-A749-7319E3D454C4}" dt="2026-03-27T14:21:04.926" v="1525" actId="20577"/>
          <ac:spMkLst>
            <pc:docMk/>
            <pc:sldMk cId="512270002" sldId="2571"/>
            <ac:spMk id="2" creationId="{F39B2F6D-689D-AD5F-349A-A55AE1A0B4DA}"/>
          </ac:spMkLst>
        </pc:spChg>
        <pc:spChg chg="add mod">
          <ac:chgData name="Charles Elie Gentil" userId="74af2360-abab-4843-b67b-2113e1d8b6ff" providerId="ADAL" clId="{AD86CB07-70C5-4CD1-A749-7319E3D454C4}" dt="2026-03-27T14:22:03.908" v="1595" actId="1076"/>
          <ac:spMkLst>
            <pc:docMk/>
            <pc:sldMk cId="512270002" sldId="2571"/>
            <ac:spMk id="3" creationId="{F57FC535-6A76-07DF-83CC-FB4BF304469A}"/>
          </ac:spMkLst>
        </pc:spChg>
        <pc:spChg chg="add mod">
          <ac:chgData name="Charles Elie Gentil" userId="74af2360-abab-4843-b67b-2113e1d8b6ff" providerId="ADAL" clId="{AD86CB07-70C5-4CD1-A749-7319E3D454C4}" dt="2026-03-27T14:22:03.908" v="1595" actId="1076"/>
          <ac:spMkLst>
            <pc:docMk/>
            <pc:sldMk cId="512270002" sldId="2571"/>
            <ac:spMk id="4" creationId="{1FBEF2E3-EB77-E909-822A-19D4506EA3BD}"/>
          </ac:spMkLst>
        </pc:spChg>
        <pc:spChg chg="add mod">
          <ac:chgData name="Charles Elie Gentil" userId="74af2360-abab-4843-b67b-2113e1d8b6ff" providerId="ADAL" clId="{AD86CB07-70C5-4CD1-A749-7319E3D454C4}" dt="2026-03-27T16:39:02.294" v="1818" actId="1076"/>
          <ac:spMkLst>
            <pc:docMk/>
            <pc:sldMk cId="512270002" sldId="2571"/>
            <ac:spMk id="5" creationId="{2EFE90B3-B3E1-6695-C76D-BEAC621A8B2C}"/>
          </ac:spMkLst>
        </pc:spChg>
        <pc:spChg chg="add mod">
          <ac:chgData name="Charles Elie Gentil" userId="74af2360-abab-4843-b67b-2113e1d8b6ff" providerId="ADAL" clId="{AD86CB07-70C5-4CD1-A749-7319E3D454C4}" dt="2026-03-27T14:24:29.286" v="1645" actId="1036"/>
          <ac:spMkLst>
            <pc:docMk/>
            <pc:sldMk cId="512270002" sldId="2571"/>
            <ac:spMk id="6" creationId="{AFCB3611-0CD2-DF3E-1C78-0ABD1A723D1F}"/>
          </ac:spMkLst>
        </pc:spChg>
        <pc:spChg chg="add mod">
          <ac:chgData name="Charles Elie Gentil" userId="74af2360-abab-4843-b67b-2113e1d8b6ff" providerId="ADAL" clId="{AD86CB07-70C5-4CD1-A749-7319E3D454C4}" dt="2026-03-27T14:24:29.286" v="1645" actId="1036"/>
          <ac:spMkLst>
            <pc:docMk/>
            <pc:sldMk cId="512270002" sldId="2571"/>
            <ac:spMk id="7" creationId="{5625131C-E9DA-C037-BFCB-5FC97278A5CE}"/>
          </ac:spMkLst>
        </pc:spChg>
        <pc:spChg chg="add mod">
          <ac:chgData name="Charles Elie Gentil" userId="74af2360-abab-4843-b67b-2113e1d8b6ff" providerId="ADAL" clId="{AD86CB07-70C5-4CD1-A749-7319E3D454C4}" dt="2026-03-27T14:24:29.286" v="1645" actId="1036"/>
          <ac:spMkLst>
            <pc:docMk/>
            <pc:sldMk cId="512270002" sldId="2571"/>
            <ac:spMk id="8" creationId="{8690EB30-8631-8C88-3785-BB86326FDFB7}"/>
          </ac:spMkLst>
        </pc:spChg>
        <pc:spChg chg="add mod">
          <ac:chgData name="Charles Elie Gentil" userId="74af2360-abab-4843-b67b-2113e1d8b6ff" providerId="ADAL" clId="{AD86CB07-70C5-4CD1-A749-7319E3D454C4}" dt="2026-03-27T14:24:29.286" v="1645" actId="1036"/>
          <ac:spMkLst>
            <pc:docMk/>
            <pc:sldMk cId="512270002" sldId="2571"/>
            <ac:spMk id="9" creationId="{38EB9A7C-F559-DAAF-F922-B8F60C647285}"/>
          </ac:spMkLst>
        </pc:spChg>
        <pc:spChg chg="add mod">
          <ac:chgData name="Charles Elie Gentil" userId="74af2360-abab-4843-b67b-2113e1d8b6ff" providerId="ADAL" clId="{AD86CB07-70C5-4CD1-A749-7319E3D454C4}" dt="2026-03-27T14:24:29.286" v="1645" actId="1036"/>
          <ac:spMkLst>
            <pc:docMk/>
            <pc:sldMk cId="512270002" sldId="2571"/>
            <ac:spMk id="10" creationId="{C454A249-B183-7A45-8170-A635A661485A}"/>
          </ac:spMkLst>
        </pc:spChg>
        <pc:spChg chg="add mod">
          <ac:chgData name="Charles Elie Gentil" userId="74af2360-abab-4843-b67b-2113e1d8b6ff" providerId="ADAL" clId="{AD86CB07-70C5-4CD1-A749-7319E3D454C4}" dt="2026-03-27T14:24:29.286" v="1645" actId="1036"/>
          <ac:spMkLst>
            <pc:docMk/>
            <pc:sldMk cId="512270002" sldId="2571"/>
            <ac:spMk id="11" creationId="{05FA25D2-3CE4-2225-8DFD-747E96ABEF09}"/>
          </ac:spMkLst>
        </pc:spChg>
        <pc:spChg chg="add mod">
          <ac:chgData name="Charles Elie Gentil" userId="74af2360-abab-4843-b67b-2113e1d8b6ff" providerId="ADAL" clId="{AD86CB07-70C5-4CD1-A749-7319E3D454C4}" dt="2026-03-27T14:24:29.286" v="1645" actId="1036"/>
          <ac:spMkLst>
            <pc:docMk/>
            <pc:sldMk cId="512270002" sldId="2571"/>
            <ac:spMk id="12" creationId="{1A5FD494-527A-8748-32CF-CB217DFC93B7}"/>
          </ac:spMkLst>
        </pc:spChg>
        <pc:spChg chg="add mod">
          <ac:chgData name="Charles Elie Gentil" userId="74af2360-abab-4843-b67b-2113e1d8b6ff" providerId="ADAL" clId="{AD86CB07-70C5-4CD1-A749-7319E3D454C4}" dt="2026-03-27T14:24:29.286" v="1645" actId="1036"/>
          <ac:spMkLst>
            <pc:docMk/>
            <pc:sldMk cId="512270002" sldId="2571"/>
            <ac:spMk id="13" creationId="{13AE17F2-408B-409D-21F0-D2D89427B27A}"/>
          </ac:spMkLst>
        </pc:spChg>
        <pc:spChg chg="add mod">
          <ac:chgData name="Charles Elie Gentil" userId="74af2360-abab-4843-b67b-2113e1d8b6ff" providerId="ADAL" clId="{AD86CB07-70C5-4CD1-A749-7319E3D454C4}" dt="2026-03-27T16:39:07.667" v="1819" actId="1076"/>
          <ac:spMkLst>
            <pc:docMk/>
            <pc:sldMk cId="512270002" sldId="2571"/>
            <ac:spMk id="14" creationId="{7C86A45B-1739-572E-326A-F3C1EBB94C2D}"/>
          </ac:spMkLst>
        </pc:spChg>
        <pc:spChg chg="mod">
          <ac:chgData name="Charles Elie Gentil" userId="74af2360-abab-4843-b67b-2113e1d8b6ff" providerId="ADAL" clId="{AD86CB07-70C5-4CD1-A749-7319E3D454C4}" dt="2026-03-27T14:24:23.680" v="1643" actId="1036"/>
          <ac:spMkLst>
            <pc:docMk/>
            <pc:sldMk cId="512270002" sldId="2571"/>
            <ac:spMk id="39573394" creationId="{232D0BD1-E0BE-AFFD-2DAD-3C860AA6A2FD}"/>
          </ac:spMkLst>
        </pc:spChg>
        <pc:spChg chg="mod">
          <ac:chgData name="Charles Elie Gentil" userId="74af2360-abab-4843-b67b-2113e1d8b6ff" providerId="ADAL" clId="{AD86CB07-70C5-4CD1-A749-7319E3D454C4}" dt="2026-03-27T14:24:39.975" v="1662" actId="1038"/>
          <ac:spMkLst>
            <pc:docMk/>
            <pc:sldMk cId="512270002" sldId="2571"/>
            <ac:spMk id="80527300" creationId="{18C1E3A4-7267-6437-B0D2-3FEF2EEB972D}"/>
          </ac:spMkLst>
        </pc:spChg>
        <pc:spChg chg="mod">
          <ac:chgData name="Charles Elie Gentil" userId="74af2360-abab-4843-b67b-2113e1d8b6ff" providerId="ADAL" clId="{AD86CB07-70C5-4CD1-A749-7319E3D454C4}" dt="2026-03-27T14:24:39.975" v="1662" actId="1038"/>
          <ac:spMkLst>
            <pc:docMk/>
            <pc:sldMk cId="512270002" sldId="2571"/>
            <ac:spMk id="172589372" creationId="{565C619B-8DD7-7325-CC55-4422F7692CC6}"/>
          </ac:spMkLst>
        </pc:spChg>
        <pc:spChg chg="mod">
          <ac:chgData name="Charles Elie Gentil" userId="74af2360-abab-4843-b67b-2113e1d8b6ff" providerId="ADAL" clId="{AD86CB07-70C5-4CD1-A749-7319E3D454C4}" dt="2026-03-27T14:23:09.172" v="1622" actId="1076"/>
          <ac:spMkLst>
            <pc:docMk/>
            <pc:sldMk cId="512270002" sldId="2571"/>
            <ac:spMk id="182961376" creationId="{8F8077E9-2022-70B2-34DA-F41840F347C3}"/>
          </ac:spMkLst>
        </pc:spChg>
        <pc:spChg chg="mod">
          <ac:chgData name="Charles Elie Gentil" userId="74af2360-abab-4843-b67b-2113e1d8b6ff" providerId="ADAL" clId="{AD86CB07-70C5-4CD1-A749-7319E3D454C4}" dt="2026-03-27T14:19:50.507" v="1446" actId="20577"/>
          <ac:spMkLst>
            <pc:docMk/>
            <pc:sldMk cId="512270002" sldId="2571"/>
            <ac:spMk id="254354496" creationId="{7E48F1D6-2701-53C9-B446-1CC43E6C2A00}"/>
          </ac:spMkLst>
        </pc:spChg>
        <pc:spChg chg="mod">
          <ac:chgData name="Charles Elie Gentil" userId="74af2360-abab-4843-b67b-2113e1d8b6ff" providerId="ADAL" clId="{AD86CB07-70C5-4CD1-A749-7319E3D454C4}" dt="2026-03-27T14:24:23.680" v="1643" actId="1036"/>
          <ac:spMkLst>
            <pc:docMk/>
            <pc:sldMk cId="512270002" sldId="2571"/>
            <ac:spMk id="285689731" creationId="{A1AEC9A3-C437-B583-44F3-79AC361400CB}"/>
          </ac:spMkLst>
        </pc:spChg>
        <pc:spChg chg="mod">
          <ac:chgData name="Charles Elie Gentil" userId="74af2360-abab-4843-b67b-2113e1d8b6ff" providerId="ADAL" clId="{AD86CB07-70C5-4CD1-A749-7319E3D454C4}" dt="2026-03-27T14:17:00.781" v="1352" actId="1076"/>
          <ac:spMkLst>
            <pc:docMk/>
            <pc:sldMk cId="512270002" sldId="2571"/>
            <ac:spMk id="312936587" creationId="{4ADD30D0-DEEF-9147-DD1F-D885EA019F8D}"/>
          </ac:spMkLst>
        </pc:spChg>
        <pc:spChg chg="mod">
          <ac:chgData name="Charles Elie Gentil" userId="74af2360-abab-4843-b67b-2113e1d8b6ff" providerId="ADAL" clId="{AD86CB07-70C5-4CD1-A749-7319E3D454C4}" dt="2026-03-27T14:23:09.172" v="1622" actId="1076"/>
          <ac:spMkLst>
            <pc:docMk/>
            <pc:sldMk cId="512270002" sldId="2571"/>
            <ac:spMk id="337715371" creationId="{A138943D-ECD9-5555-52DF-53176E9B9176}"/>
          </ac:spMkLst>
        </pc:spChg>
        <pc:spChg chg="mod">
          <ac:chgData name="Charles Elie Gentil" userId="74af2360-abab-4843-b67b-2113e1d8b6ff" providerId="ADAL" clId="{AD86CB07-70C5-4CD1-A749-7319E3D454C4}" dt="2026-04-02T13:40:57.914" v="1871"/>
          <ac:spMkLst>
            <pc:docMk/>
            <pc:sldMk cId="512270002" sldId="2571"/>
            <ac:spMk id="337766206" creationId="{B3B2EEF2-66BF-1FE3-3FC1-BAC8A77E97B6}"/>
          </ac:spMkLst>
        </pc:spChg>
        <pc:spChg chg="mod">
          <ac:chgData name="Charles Elie Gentil" userId="74af2360-abab-4843-b67b-2113e1d8b6ff" providerId="ADAL" clId="{AD86CB07-70C5-4CD1-A749-7319E3D454C4}" dt="2026-03-27T14:22:03.908" v="1595" actId="1076"/>
          <ac:spMkLst>
            <pc:docMk/>
            <pc:sldMk cId="512270002" sldId="2571"/>
            <ac:spMk id="359057738" creationId="{30BAC4DD-60F7-12BF-401E-7E1C3FFBD21C}"/>
          </ac:spMkLst>
        </pc:spChg>
        <pc:spChg chg="mod">
          <ac:chgData name="Charles Elie Gentil" userId="74af2360-abab-4843-b67b-2113e1d8b6ff" providerId="ADAL" clId="{AD86CB07-70C5-4CD1-A749-7319E3D454C4}" dt="2026-03-27T14:24:39.975" v="1662" actId="1038"/>
          <ac:spMkLst>
            <pc:docMk/>
            <pc:sldMk cId="512270002" sldId="2571"/>
            <ac:spMk id="507633490" creationId="{64AFD8D4-467A-722B-8A10-5F52EA4DEAA5}"/>
          </ac:spMkLst>
        </pc:spChg>
        <pc:spChg chg="mod">
          <ac:chgData name="Charles Elie Gentil" userId="74af2360-abab-4843-b67b-2113e1d8b6ff" providerId="ADAL" clId="{AD86CB07-70C5-4CD1-A749-7319E3D454C4}" dt="2026-03-27T14:24:23.680" v="1643" actId="1036"/>
          <ac:spMkLst>
            <pc:docMk/>
            <pc:sldMk cId="512270002" sldId="2571"/>
            <ac:spMk id="513883835" creationId="{33AAB37B-9389-306D-B754-55EECC3D159E}"/>
          </ac:spMkLst>
        </pc:spChg>
        <pc:spChg chg="mod">
          <ac:chgData name="Charles Elie Gentil" userId="74af2360-abab-4843-b67b-2113e1d8b6ff" providerId="ADAL" clId="{AD86CB07-70C5-4CD1-A749-7319E3D454C4}" dt="2026-03-27T14:24:39.975" v="1662" actId="1038"/>
          <ac:spMkLst>
            <pc:docMk/>
            <pc:sldMk cId="512270002" sldId="2571"/>
            <ac:spMk id="536652100" creationId="{78CF9D48-8ED7-6283-9FF5-F453476100A4}"/>
          </ac:spMkLst>
        </pc:spChg>
        <pc:spChg chg="mod">
          <ac:chgData name="Charles Elie Gentil" userId="74af2360-abab-4843-b67b-2113e1d8b6ff" providerId="ADAL" clId="{AD86CB07-70C5-4CD1-A749-7319E3D454C4}" dt="2026-03-27T14:16:12.915" v="1339" actId="20577"/>
          <ac:spMkLst>
            <pc:docMk/>
            <pc:sldMk cId="512270002" sldId="2571"/>
            <ac:spMk id="664923931" creationId="{D47FBE71-0D97-05F4-9BD5-3DB4F6DAD2F3}"/>
          </ac:spMkLst>
        </pc:spChg>
        <pc:spChg chg="mod">
          <ac:chgData name="Charles Elie Gentil" userId="74af2360-abab-4843-b67b-2113e1d8b6ff" providerId="ADAL" clId="{AD86CB07-70C5-4CD1-A749-7319E3D454C4}" dt="2026-03-27T14:24:39.975" v="1662" actId="1038"/>
          <ac:spMkLst>
            <pc:docMk/>
            <pc:sldMk cId="512270002" sldId="2571"/>
            <ac:spMk id="941315203" creationId="{3C0874E3-45FA-87E2-6F3E-C6532B6E4199}"/>
          </ac:spMkLst>
        </pc:spChg>
        <pc:spChg chg="mod">
          <ac:chgData name="Charles Elie Gentil" userId="74af2360-abab-4843-b67b-2113e1d8b6ff" providerId="ADAL" clId="{AD86CB07-70C5-4CD1-A749-7319E3D454C4}" dt="2026-03-27T14:18:05.656" v="1363" actId="14100"/>
          <ac:spMkLst>
            <pc:docMk/>
            <pc:sldMk cId="512270002" sldId="2571"/>
            <ac:spMk id="991550365" creationId="{2C1FBB27-D132-E3DF-06B1-391A68124C07}"/>
          </ac:spMkLst>
        </pc:spChg>
        <pc:spChg chg="mod">
          <ac:chgData name="Charles Elie Gentil" userId="74af2360-abab-4843-b67b-2113e1d8b6ff" providerId="ADAL" clId="{AD86CB07-70C5-4CD1-A749-7319E3D454C4}" dt="2026-03-27T14:22:03.908" v="1595" actId="1076"/>
          <ac:spMkLst>
            <pc:docMk/>
            <pc:sldMk cId="512270002" sldId="2571"/>
            <ac:spMk id="991728684" creationId="{C6104BE7-A5CD-FDF6-1992-8ED830729871}"/>
          </ac:spMkLst>
        </pc:spChg>
        <pc:spChg chg="mod">
          <ac:chgData name="Charles Elie Gentil" userId="74af2360-abab-4843-b67b-2113e1d8b6ff" providerId="ADAL" clId="{AD86CB07-70C5-4CD1-A749-7319E3D454C4}" dt="2026-03-27T14:16:44.186" v="1349" actId="1076"/>
          <ac:spMkLst>
            <pc:docMk/>
            <pc:sldMk cId="512270002" sldId="2571"/>
            <ac:spMk id="1037345221" creationId="{C23172C7-5F82-198E-782C-9AA59CD1C528}"/>
          </ac:spMkLst>
        </pc:spChg>
        <pc:spChg chg="mod">
          <ac:chgData name="Charles Elie Gentil" userId="74af2360-abab-4843-b67b-2113e1d8b6ff" providerId="ADAL" clId="{AD86CB07-70C5-4CD1-A749-7319E3D454C4}" dt="2026-03-27T14:22:03.908" v="1595" actId="1076"/>
          <ac:spMkLst>
            <pc:docMk/>
            <pc:sldMk cId="512270002" sldId="2571"/>
            <ac:spMk id="1363407621" creationId="{788617F5-29C2-E0C5-AAF8-1C4CF1EF209A}"/>
          </ac:spMkLst>
        </pc:spChg>
        <pc:spChg chg="mod">
          <ac:chgData name="Charles Elie Gentil" userId="74af2360-abab-4843-b67b-2113e1d8b6ff" providerId="ADAL" clId="{AD86CB07-70C5-4CD1-A749-7319E3D454C4}" dt="2026-03-27T14:24:39.975" v="1662" actId="1038"/>
          <ac:spMkLst>
            <pc:docMk/>
            <pc:sldMk cId="512270002" sldId="2571"/>
            <ac:spMk id="1397638927" creationId="{8136ED18-B1AB-F879-6B56-F057A4B86B22}"/>
          </ac:spMkLst>
        </pc:spChg>
        <pc:spChg chg="mod">
          <ac:chgData name="Charles Elie Gentil" userId="74af2360-abab-4843-b67b-2113e1d8b6ff" providerId="ADAL" clId="{AD86CB07-70C5-4CD1-A749-7319E3D454C4}" dt="2026-03-27T14:23:58.890" v="1636" actId="1076"/>
          <ac:spMkLst>
            <pc:docMk/>
            <pc:sldMk cId="512270002" sldId="2571"/>
            <ac:spMk id="1443556742" creationId="{BD89CA6E-ED75-2B5D-236A-2E845996602E}"/>
          </ac:spMkLst>
        </pc:spChg>
        <pc:spChg chg="mod">
          <ac:chgData name="Charles Elie Gentil" userId="74af2360-abab-4843-b67b-2113e1d8b6ff" providerId="ADAL" clId="{AD86CB07-70C5-4CD1-A749-7319E3D454C4}" dt="2026-03-27T14:24:23.680" v="1643" actId="1036"/>
          <ac:spMkLst>
            <pc:docMk/>
            <pc:sldMk cId="512270002" sldId="2571"/>
            <ac:spMk id="1534742526" creationId="{9079336E-C7F8-EFCD-CE40-BB93319C574E}"/>
          </ac:spMkLst>
        </pc:spChg>
        <pc:spChg chg="mod">
          <ac:chgData name="Charles Elie Gentil" userId="74af2360-abab-4843-b67b-2113e1d8b6ff" providerId="ADAL" clId="{AD86CB07-70C5-4CD1-A749-7319E3D454C4}" dt="2026-03-27T14:24:23.680" v="1643" actId="1036"/>
          <ac:spMkLst>
            <pc:docMk/>
            <pc:sldMk cId="512270002" sldId="2571"/>
            <ac:spMk id="1537586035" creationId="{96F76147-123F-F0DA-5B09-D4FDDF20B57C}"/>
          </ac:spMkLst>
        </pc:spChg>
        <pc:spChg chg="mod">
          <ac:chgData name="Charles Elie Gentil" userId="74af2360-abab-4843-b67b-2113e1d8b6ff" providerId="ADAL" clId="{AD86CB07-70C5-4CD1-A749-7319E3D454C4}" dt="2026-03-27T14:24:23.680" v="1643" actId="1036"/>
          <ac:spMkLst>
            <pc:docMk/>
            <pc:sldMk cId="512270002" sldId="2571"/>
            <ac:spMk id="1537765894" creationId="{9A912EFA-C94B-1F4C-54DF-210D979CB4C7}"/>
          </ac:spMkLst>
        </pc:spChg>
        <pc:spChg chg="mod">
          <ac:chgData name="Charles Elie Gentil" userId="74af2360-abab-4843-b67b-2113e1d8b6ff" providerId="ADAL" clId="{AD86CB07-70C5-4CD1-A749-7319E3D454C4}" dt="2026-03-27T14:24:23.680" v="1643" actId="1036"/>
          <ac:spMkLst>
            <pc:docMk/>
            <pc:sldMk cId="512270002" sldId="2571"/>
            <ac:spMk id="1583149123" creationId="{6E774DB6-2470-F639-8D01-C9029DEC7929}"/>
          </ac:spMkLst>
        </pc:spChg>
        <pc:spChg chg="mod">
          <ac:chgData name="Charles Elie Gentil" userId="74af2360-abab-4843-b67b-2113e1d8b6ff" providerId="ADAL" clId="{AD86CB07-70C5-4CD1-A749-7319E3D454C4}" dt="2026-03-27T14:24:39.975" v="1662" actId="1038"/>
          <ac:spMkLst>
            <pc:docMk/>
            <pc:sldMk cId="512270002" sldId="2571"/>
            <ac:spMk id="1606651754" creationId="{A183CDF7-B802-605A-0DE8-68B7DB18F238}"/>
          </ac:spMkLst>
        </pc:spChg>
        <pc:spChg chg="mod">
          <ac:chgData name="Charles Elie Gentil" userId="74af2360-abab-4843-b67b-2113e1d8b6ff" providerId="ADAL" clId="{AD86CB07-70C5-4CD1-A749-7319E3D454C4}" dt="2026-03-27T14:24:23.680" v="1643" actId="1036"/>
          <ac:spMkLst>
            <pc:docMk/>
            <pc:sldMk cId="512270002" sldId="2571"/>
            <ac:spMk id="1650210568" creationId="{CF9C0E84-053C-FCEB-193C-C4FD4D268F36}"/>
          </ac:spMkLst>
        </pc:spChg>
        <pc:spChg chg="mod">
          <ac:chgData name="Charles Elie Gentil" userId="74af2360-abab-4843-b67b-2113e1d8b6ff" providerId="ADAL" clId="{AD86CB07-70C5-4CD1-A749-7319E3D454C4}" dt="2026-03-27T14:18:19.223" v="1368" actId="14100"/>
          <ac:spMkLst>
            <pc:docMk/>
            <pc:sldMk cId="512270002" sldId="2571"/>
            <ac:spMk id="1710263091" creationId="{86C7AB2D-F0BD-32FC-0BE5-2FC407AB302C}"/>
          </ac:spMkLst>
        </pc:spChg>
        <pc:spChg chg="add del mod">
          <ac:chgData name="Charles Elie Gentil" userId="74af2360-abab-4843-b67b-2113e1d8b6ff" providerId="ADAL" clId="{AD86CB07-70C5-4CD1-A749-7319E3D454C4}" dt="2026-03-27T14:24:02.294" v="1637" actId="1076"/>
          <ac:spMkLst>
            <pc:docMk/>
            <pc:sldMk cId="512270002" sldId="2571"/>
            <ac:spMk id="1735402635" creationId="{2095176D-11B1-C1F8-F7B9-51AA9AC90CA2}"/>
          </ac:spMkLst>
        </pc:spChg>
        <pc:spChg chg="mod">
          <ac:chgData name="Charles Elie Gentil" userId="74af2360-abab-4843-b67b-2113e1d8b6ff" providerId="ADAL" clId="{AD86CB07-70C5-4CD1-A749-7319E3D454C4}" dt="2026-03-27T14:22:03.908" v="1595" actId="1076"/>
          <ac:spMkLst>
            <pc:docMk/>
            <pc:sldMk cId="512270002" sldId="2571"/>
            <ac:spMk id="1936676538" creationId="{17CDFF17-F835-3280-324B-B96D5F78FB73}"/>
          </ac:spMkLst>
        </pc:spChg>
        <pc:spChg chg="mod">
          <ac:chgData name="Charles Elie Gentil" userId="74af2360-abab-4843-b67b-2113e1d8b6ff" providerId="ADAL" clId="{AD86CB07-70C5-4CD1-A749-7319E3D454C4}" dt="2026-03-27T14:22:03.908" v="1595" actId="1076"/>
          <ac:spMkLst>
            <pc:docMk/>
            <pc:sldMk cId="512270002" sldId="2571"/>
            <ac:spMk id="1956838564" creationId="{6019A17A-ABAD-DDE9-FFB6-B38A19A328BA}"/>
          </ac:spMkLst>
        </pc:spChg>
        <pc:spChg chg="mod">
          <ac:chgData name="Charles Elie Gentil" userId="74af2360-abab-4843-b67b-2113e1d8b6ff" providerId="ADAL" clId="{AD86CB07-70C5-4CD1-A749-7319E3D454C4}" dt="2026-03-27T14:24:23.680" v="1643" actId="1036"/>
          <ac:spMkLst>
            <pc:docMk/>
            <pc:sldMk cId="512270002" sldId="2571"/>
            <ac:spMk id="1961357872" creationId="{42F9D899-9754-B55D-A8F5-AB68705068C5}"/>
          </ac:spMkLst>
        </pc:spChg>
        <pc:spChg chg="mod">
          <ac:chgData name="Charles Elie Gentil" userId="74af2360-abab-4843-b67b-2113e1d8b6ff" providerId="ADAL" clId="{AD86CB07-70C5-4CD1-A749-7319E3D454C4}" dt="2026-03-27T14:24:23.680" v="1643" actId="1036"/>
          <ac:spMkLst>
            <pc:docMk/>
            <pc:sldMk cId="512270002" sldId="2571"/>
            <ac:spMk id="1982747575" creationId="{27D71D5B-CC90-CB6F-5419-5B08ACBF5A5F}"/>
          </ac:spMkLst>
        </pc:spChg>
        <pc:spChg chg="mod">
          <ac:chgData name="Charles Elie Gentil" userId="74af2360-abab-4843-b67b-2113e1d8b6ff" providerId="ADAL" clId="{AD86CB07-70C5-4CD1-A749-7319E3D454C4}" dt="2026-03-27T14:24:39.975" v="1662" actId="1038"/>
          <ac:spMkLst>
            <pc:docMk/>
            <pc:sldMk cId="512270002" sldId="2571"/>
            <ac:spMk id="1991020546" creationId="{0C3A0F9A-8132-745A-AF71-05B896452F94}"/>
          </ac:spMkLst>
        </pc:spChg>
        <pc:spChg chg="mod">
          <ac:chgData name="Charles Elie Gentil" userId="74af2360-abab-4843-b67b-2113e1d8b6ff" providerId="ADAL" clId="{AD86CB07-70C5-4CD1-A749-7319E3D454C4}" dt="2026-03-27T14:22:03.908" v="1595" actId="1076"/>
          <ac:spMkLst>
            <pc:docMk/>
            <pc:sldMk cId="512270002" sldId="2571"/>
            <ac:spMk id="2019092976" creationId="{8DBF9207-6EDC-06D1-D6F9-3D146BA7C015}"/>
          </ac:spMkLst>
        </pc:spChg>
        <pc:spChg chg="mod">
          <ac:chgData name="Charles Elie Gentil" userId="74af2360-abab-4843-b67b-2113e1d8b6ff" providerId="ADAL" clId="{AD86CB07-70C5-4CD1-A749-7319E3D454C4}" dt="2026-03-27T14:24:39.975" v="1662" actId="1038"/>
          <ac:spMkLst>
            <pc:docMk/>
            <pc:sldMk cId="512270002" sldId="2571"/>
            <ac:spMk id="2077036016" creationId="{8EB8C3E8-1F2B-9FA3-67F6-36BF73BD623D}"/>
          </ac:spMkLst>
        </pc:spChg>
        <pc:picChg chg="add mod">
          <ac:chgData name="Charles Elie Gentil" userId="74af2360-abab-4843-b67b-2113e1d8b6ff" providerId="ADAL" clId="{AD86CB07-70C5-4CD1-A749-7319E3D454C4}" dt="2026-03-27T14:27:18.985" v="1683"/>
          <ac:picMkLst>
            <pc:docMk/>
            <pc:sldMk cId="512270002" sldId="2571"/>
            <ac:picMk id="16" creationId="{F0447B54-367D-ADC1-EBBB-AA8729F04516}"/>
          </ac:picMkLst>
        </pc:picChg>
        <pc:picChg chg="mod">
          <ac:chgData name="Charles Elie Gentil" userId="74af2360-abab-4843-b67b-2113e1d8b6ff" providerId="ADAL" clId="{AD86CB07-70C5-4CD1-A749-7319E3D454C4}" dt="2026-03-27T14:24:39.975" v="1662" actId="1038"/>
          <ac:picMkLst>
            <pc:docMk/>
            <pc:sldMk cId="512270002" sldId="2571"/>
            <ac:picMk id="1364824471" creationId="{15B820BE-A627-1B20-D444-51267FC84E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C38A7A-1980-46F9-A2C1-C7E5E6843119}" type="datetimeFigureOut">
              <a:rPr lang="fr-FR" smtClean="0"/>
              <a:t>22/09/2026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79E61-D2D9-4CB5-9516-E41BAE827D18}" type="slidenum">
              <a:rPr lang="fr-FR" smtClean="0"/>
              <a:t>‹#›</a:t>
            </a:fld>
            <a:endParaRPr lang="fr-FR"/>
          </a:p>
        </p:txBody>
      </p:sp>
    </p:spTree>
    <p:extLst>
      <p:ext uri="{BB962C8B-B14F-4D97-AF65-F5344CB8AC3E}">
        <p14:creationId xmlns:p14="http://schemas.microsoft.com/office/powerpoint/2010/main" val="1729838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20279E61-D2D9-4CB5-9516-E41BAE827D18}" type="slidenum">
              <a:rPr lang="fr-FR" smtClean="0"/>
              <a:t>3</a:t>
            </a:fld>
            <a:endParaRPr lang="fr-FR"/>
          </a:p>
        </p:txBody>
      </p:sp>
    </p:spTree>
    <p:extLst>
      <p:ext uri="{BB962C8B-B14F-4D97-AF65-F5344CB8AC3E}">
        <p14:creationId xmlns:p14="http://schemas.microsoft.com/office/powerpoint/2010/main" val="405418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20279E61-D2D9-4CB5-9516-E41BAE827D18}" type="slidenum">
              <a:rPr lang="fr-FR" smtClean="0"/>
              <a:t>8</a:t>
            </a:fld>
            <a:endParaRPr lang="fr-FR"/>
          </a:p>
        </p:txBody>
      </p:sp>
    </p:spTree>
    <p:extLst>
      <p:ext uri="{BB962C8B-B14F-4D97-AF65-F5344CB8AC3E}">
        <p14:creationId xmlns:p14="http://schemas.microsoft.com/office/powerpoint/2010/main" val="192634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mailto:cgentil@grundfo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lede 7" descr="Et billede, der indeholder himmel, udendørs, græs, ocean&#10;&#10;Automatisk genereret beskrivelse">
            <a:extLst>
              <a:ext uri="{FF2B5EF4-FFF2-40B4-BE49-F238E27FC236}">
                <a16:creationId xmlns:a16="http://schemas.microsoft.com/office/drawing/2014/main" id="{05629D9C-3637-9DD6-4012-E6EF1DBDD1DB}"/>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a14:imgEffect>
                    <a14:imgEffect>
                      <a14:saturation sat="70000"/>
                    </a14:imgEffect>
                  </a14:imgLayer>
                </a14:imgProps>
              </a:ext>
              <a:ext uri="{28A0092B-C50C-407E-A947-70E740481C1C}">
                <a14:useLocalDpi xmlns:a14="http://schemas.microsoft.com/office/drawing/2010/main" val="0"/>
              </a:ext>
            </a:extLst>
          </a:blip>
          <a:srcRect l="154" t="12606" b="12604"/>
          <a:stretch/>
        </p:blipFill>
        <p:spPr>
          <a:xfrm>
            <a:off x="0" y="0"/>
            <a:ext cx="16256000" cy="9144000"/>
          </a:xfrm>
          <a:prstGeom prst="rect">
            <a:avLst/>
          </a:prstGeom>
        </p:spPr>
      </p:pic>
      <p:sp>
        <p:nvSpPr>
          <p:cNvPr id="1071414966" name="Rectangle"/>
          <p:cNvSpPr>
            <a:spLocks noGrp="1"/>
          </p:cNvSpPr>
          <p:nvPr/>
        </p:nvSpPr>
        <p:spPr>
          <a:xfrm>
            <a:off x="644068" y="1328054"/>
            <a:ext cx="6562271" cy="7661729"/>
          </a:xfrm>
          <a:prstGeom prst="rect">
            <a:avLst/>
          </a:prstGeom>
          <a:solidFill>
            <a:srgbClr val="11497B"/>
          </a:solidFill>
        </p:spPr>
        <p:txBody>
          <a:bodyPr rtlCol="0" anchor="ctr"/>
          <a:lstStyle/>
          <a:p>
            <a:pPr algn="ctr"/>
            <a:endParaRPr lang="fr-FR" noProof="0" dirty="0"/>
          </a:p>
        </p:txBody>
      </p:sp>
      <p:sp>
        <p:nvSpPr>
          <p:cNvPr id="620953467" name="Text"/>
          <p:cNvSpPr>
            <a:spLocks noGrp="1"/>
          </p:cNvSpPr>
          <p:nvPr/>
        </p:nvSpPr>
        <p:spPr>
          <a:xfrm>
            <a:off x="644067" y="1839684"/>
            <a:ext cx="6562271" cy="635000"/>
          </a:xfrm>
          <a:prstGeom prst="rect">
            <a:avLst/>
          </a:prstGeom>
        </p:spPr>
        <p:txBody>
          <a:bodyPr wrap="square" lIns="0" tIns="0" rIns="0" bIns="0" rtlCol="0" anchor="t"/>
          <a:lstStyle/>
          <a:p>
            <a:pPr algn="ctr">
              <a:lnSpc>
                <a:spcPct val="100000"/>
              </a:lnSpc>
              <a:defRPr sz="3200" b="1">
                <a:solidFill>
                  <a:srgbClr val="FFFFFF"/>
                </a:solidFill>
                <a:latin typeface="Grundfos TheSans ExtraBold"/>
                <a:ea typeface="Grundfos TheSans ExtraBold"/>
                <a:cs typeface="Grundfos TheSans ExtraBold"/>
              </a:defRPr>
            </a:pPr>
            <a:r>
              <a:rPr lang="fr-FR" sz="3200" b="1" noProof="0" dirty="0">
                <a:solidFill>
                  <a:srgbClr val="FFFFFF"/>
                </a:solidFill>
              </a:rPr>
              <a:t>Rapport d’Energy Check</a:t>
            </a:r>
          </a:p>
        </p:txBody>
      </p:sp>
      <p:sp>
        <p:nvSpPr>
          <p:cNvPr id="1741879096" name="Text"/>
          <p:cNvSpPr>
            <a:spLocks noGrp="1"/>
          </p:cNvSpPr>
          <p:nvPr/>
        </p:nvSpPr>
        <p:spPr>
          <a:xfrm>
            <a:off x="644067" y="3179534"/>
            <a:ext cx="6562271" cy="647700"/>
          </a:xfrm>
          <a:prstGeom prst="rect">
            <a:avLst/>
          </a:prstGeom>
        </p:spPr>
        <p:txBody>
          <a:bodyPr wrap="square" lIns="0" tIns="0" rIns="0" bIns="0" rtlCol="0" anchor="t"/>
          <a:lstStyle/>
          <a:p>
            <a:pPr algn="ctr">
              <a:lnSpc>
                <a:spcPct val="100000"/>
              </a:lnSpc>
              <a:defRPr sz="1800">
                <a:solidFill>
                  <a:srgbClr val="FFFFFF"/>
                </a:solidFill>
                <a:latin typeface="Grundfos TheSans SemiLight"/>
                <a:ea typeface="Grundfos TheSans SemiLight"/>
                <a:cs typeface="Grundfos TheSans SemiLight"/>
              </a:defRPr>
            </a:pPr>
            <a:r>
              <a:rPr lang="fr-FR" sz="1800" noProof="0" dirty="0">
                <a:solidFill>
                  <a:srgbClr val="FFFFFF"/>
                </a:solidFill>
                <a:latin typeface="Grundfos TheSans Extd Black" panose="020B0805050302020203" pitchFamily="34" charset="0"/>
              </a:rPr>
              <a:t>{{PROJET_NOM}}</a:t>
            </a:r>
          </a:p>
          <a:p>
            <a:pPr algn="ctr">
              <a:lnSpc>
                <a:spcPct val="100000"/>
              </a:lnSpc>
              <a:defRPr sz="1800">
                <a:solidFill>
                  <a:srgbClr val="FFFFFF"/>
                </a:solidFill>
                <a:latin typeface="Grundfos TheSans SemiLight"/>
                <a:ea typeface="Grundfos TheSans SemiLight"/>
                <a:cs typeface="Grundfos TheSans SemiLight"/>
              </a:defRPr>
            </a:pPr>
            <a:r>
              <a:rPr lang="fr-FR" sz="1200" noProof="0" dirty="0">
                <a:solidFill>
                  <a:srgbClr val="FFFFFF"/>
                </a:solidFill>
                <a:latin typeface="Grundfos TheSans Extd Black" panose="020B0805050302020203" pitchFamily="34" charset="0"/>
              </a:rPr>
              <a:t>{{PROJET_DATE}}</a:t>
            </a:r>
          </a:p>
        </p:txBody>
      </p:sp>
      <p:sp>
        <p:nvSpPr>
          <p:cNvPr id="1264890568" name="Text"/>
          <p:cNvSpPr>
            <a:spLocks noGrp="1"/>
          </p:cNvSpPr>
          <p:nvPr/>
        </p:nvSpPr>
        <p:spPr>
          <a:xfrm>
            <a:off x="644067" y="4379684"/>
            <a:ext cx="6562271" cy="647700"/>
          </a:xfrm>
          <a:prstGeom prst="rect">
            <a:avLst/>
          </a:prstGeom>
        </p:spPr>
        <p:txBody>
          <a:bodyPr wrap="square" lIns="0" tIns="0" rIns="0" bIns="0" rtlCol="0" anchor="t"/>
          <a:lstStyle/>
          <a:p>
            <a:pPr algn="ctr">
              <a:lnSpc>
                <a:spcPct val="100000"/>
              </a:lnSpc>
              <a:defRPr sz="1800">
                <a:solidFill>
                  <a:srgbClr val="FFFFFF"/>
                </a:solidFill>
                <a:latin typeface="Grundfos TheSans SemiLight"/>
                <a:ea typeface="Grundfos TheSans SemiLight"/>
                <a:cs typeface="Grundfos TheSans SemiLight"/>
              </a:defRPr>
            </a:pPr>
            <a:r>
              <a:rPr lang="fr-FR" sz="1800" noProof="0" dirty="0">
                <a:solidFill>
                  <a:srgbClr val="FFFFFF"/>
                </a:solidFill>
              </a:rPr>
              <a:t>$customer$</a:t>
            </a:r>
          </a:p>
        </p:txBody>
      </p:sp>
      <p:sp>
        <p:nvSpPr>
          <p:cNvPr id="1075154723" name="Text"/>
          <p:cNvSpPr>
            <a:spLocks noGrp="1"/>
          </p:cNvSpPr>
          <p:nvPr/>
        </p:nvSpPr>
        <p:spPr>
          <a:xfrm>
            <a:off x="644067" y="8291276"/>
            <a:ext cx="6562271" cy="381000"/>
          </a:xfrm>
          <a:prstGeom prst="rect">
            <a:avLst/>
          </a:prstGeom>
        </p:spPr>
        <p:txBody>
          <a:bodyPr wrap="square" lIns="0" tIns="0" rIns="0" bIns="0" rtlCol="0" anchor="t"/>
          <a:lstStyle/>
          <a:p>
            <a:pPr algn="ctr">
              <a:lnSpc>
                <a:spcPct val="100000"/>
              </a:lnSpc>
              <a:defRPr sz="1600" b="1">
                <a:solidFill>
                  <a:srgbClr val="FFFFFF"/>
                </a:solidFill>
                <a:latin typeface="Grundfos TheSans SemiLight"/>
                <a:ea typeface="Grundfos TheSans SemiLight"/>
                <a:cs typeface="Grundfos TheSans SemiLight"/>
              </a:defRPr>
            </a:pPr>
            <a:r>
              <a:rPr lang="fr-FR" sz="1600" b="1" noProof="0" dirty="0">
                <a:solidFill>
                  <a:srgbClr val="FFFFFF"/>
                </a:solidFill>
              </a:rPr>
              <a:t>Water Utility (WU)</a:t>
            </a:r>
          </a:p>
        </p:txBody>
      </p:sp>
      <p:sp>
        <p:nvSpPr>
          <p:cNvPr id="1198023603" name="Line"/>
          <p:cNvSpPr>
            <a:spLocks noGrp="1"/>
          </p:cNvSpPr>
          <p:nvPr/>
        </p:nvSpPr>
        <p:spPr>
          <a:xfrm flipV="1">
            <a:off x="644067" y="5395684"/>
            <a:ext cx="6562271" cy="0"/>
          </a:xfrm>
          <a:prstGeom prst="line">
            <a:avLst/>
          </a:prstGeom>
          <a:solidFill>
            <a:srgbClr val="FFFFFF"/>
          </a:solidFill>
          <a:ln w="12700">
            <a:solidFill>
              <a:srgbClr val="FFFFFF"/>
            </a:solidFill>
            <a:prstDash val="solid"/>
          </a:ln>
        </p:spPr>
        <p:txBody>
          <a:bodyPr rtlCol="0" anchor="ctr"/>
          <a:lstStyle/>
          <a:p>
            <a:pPr algn="ctr"/>
            <a:endParaRPr lang="fr-FR" noProof="0" dirty="0"/>
          </a:p>
        </p:txBody>
      </p:sp>
      <p:sp>
        <p:nvSpPr>
          <p:cNvPr id="376021349" name="Line"/>
          <p:cNvSpPr>
            <a:spLocks noGrp="1"/>
          </p:cNvSpPr>
          <p:nvPr/>
        </p:nvSpPr>
        <p:spPr>
          <a:xfrm>
            <a:off x="644067" y="7326076"/>
            <a:ext cx="6562271" cy="10894"/>
          </a:xfrm>
          <a:prstGeom prst="line">
            <a:avLst/>
          </a:prstGeom>
          <a:solidFill>
            <a:srgbClr val="FFFFFF"/>
          </a:solidFill>
          <a:ln w="12700">
            <a:solidFill>
              <a:srgbClr val="FFFFFF"/>
            </a:solidFill>
            <a:prstDash val="solid"/>
          </a:ln>
        </p:spPr>
        <p:txBody>
          <a:bodyPr rtlCol="0" anchor="ctr"/>
          <a:lstStyle/>
          <a:p>
            <a:pPr algn="ctr"/>
            <a:endParaRPr lang="fr-FR" noProof="0" dirty="0"/>
          </a:p>
        </p:txBody>
      </p:sp>
      <p:sp>
        <p:nvSpPr>
          <p:cNvPr id="1893923169" name="Frame"/>
          <p:cNvSpPr>
            <a:spLocks noGrp="1"/>
          </p:cNvSpPr>
          <p:nvPr/>
        </p:nvSpPr>
        <p:spPr>
          <a:xfrm>
            <a:off x="1993900" y="5537200"/>
            <a:ext cx="5334000" cy="1714500"/>
          </a:xfrm>
          <a:prstGeom prst="rect">
            <a:avLst/>
          </a:prstGeom>
        </p:spPr>
        <p:txBody>
          <a:bodyPr rtlCol="0" anchor="ctr"/>
          <a:lstStyle/>
          <a:p>
            <a:pPr algn="ctr"/>
            <a:endParaRPr lang="fr-FR" noProof="0" dirty="0"/>
          </a:p>
        </p:txBody>
      </p:sp>
      <p:sp>
        <p:nvSpPr>
          <p:cNvPr id="1164085549" name="Text"/>
          <p:cNvSpPr>
            <a:spLocks noGrp="1"/>
          </p:cNvSpPr>
          <p:nvPr/>
        </p:nvSpPr>
        <p:spPr>
          <a:xfrm>
            <a:off x="644067" y="5471884"/>
            <a:ext cx="3280229" cy="558800"/>
          </a:xfrm>
          <a:prstGeom prst="rect">
            <a:avLst/>
          </a:prstGeom>
        </p:spPr>
        <p:txBody>
          <a:bodyPr wrap="square" lIns="0" tIns="0" rIns="0" bIns="0" rtlCol="0" anchor="b"/>
          <a:lstStyle/>
          <a:p>
            <a:pPr algn="ctr">
              <a:lnSpc>
                <a:spcPct val="100000"/>
              </a:lnSpc>
              <a:defRPr sz="1400" b="1">
                <a:solidFill>
                  <a:srgbClr val="4AA22C"/>
                </a:solidFill>
                <a:latin typeface="Grundfos TheSans SemiLight"/>
                <a:ea typeface="Grundfos TheSans SemiLight"/>
                <a:cs typeface="Grundfos TheSans SemiLight"/>
              </a:defRPr>
            </a:pPr>
            <a:r>
              <a:rPr lang="fr-FR" sz="1400" b="1" noProof="0" dirty="0">
                <a:solidFill>
                  <a:srgbClr val="4AA22C"/>
                </a:solidFill>
              </a:rPr>
              <a:t>Economies d’énergie</a:t>
            </a:r>
          </a:p>
        </p:txBody>
      </p:sp>
      <p:sp>
        <p:nvSpPr>
          <p:cNvPr id="1209797873" name="Text"/>
          <p:cNvSpPr>
            <a:spLocks noGrp="1"/>
          </p:cNvSpPr>
          <p:nvPr/>
        </p:nvSpPr>
        <p:spPr>
          <a:xfrm>
            <a:off x="644066" y="6030684"/>
            <a:ext cx="3280229" cy="279400"/>
          </a:xfrm>
          <a:prstGeom prst="rect">
            <a:avLst/>
          </a:prstGeom>
        </p:spPr>
        <p:txBody>
          <a:bodyPr wrap="square" lIns="0" tIns="0" rIns="0" bIns="0" rtlCol="0" anchor="ctr"/>
          <a:lstStyle/>
          <a:p>
            <a:pPr algn="ctr">
              <a:lnSpc>
                <a:spcPct val="100000"/>
              </a:lnSpc>
              <a:defRPr sz="1000">
                <a:solidFill>
                  <a:srgbClr val="FFFFFF"/>
                </a:solidFill>
                <a:latin typeface="Grundfos TheSans SemiLight"/>
                <a:ea typeface="Grundfos TheSans SemiLight"/>
                <a:cs typeface="Grundfos TheSans SemiLight"/>
              </a:defRPr>
            </a:pPr>
            <a:r>
              <a:rPr lang="fr-FR" sz="1000" noProof="0" dirty="0">
                <a:solidFill>
                  <a:srgbClr val="FFFFFF"/>
                </a:solidFill>
              </a:rPr>
              <a:t>(kWh/</a:t>
            </a:r>
            <a:r>
              <a:rPr lang="fr-FR" sz="1000" noProof="0" dirty="0" err="1">
                <a:solidFill>
                  <a:srgbClr val="FFFFFF"/>
                </a:solidFill>
              </a:rPr>
              <a:t>year</a:t>
            </a:r>
            <a:r>
              <a:rPr lang="fr-FR" sz="1000" noProof="0" dirty="0">
                <a:solidFill>
                  <a:srgbClr val="FFFFFF"/>
                </a:solidFill>
              </a:rPr>
              <a:t>)</a:t>
            </a:r>
          </a:p>
        </p:txBody>
      </p:sp>
      <p:sp>
        <p:nvSpPr>
          <p:cNvPr id="697681715" name="Text"/>
          <p:cNvSpPr>
            <a:spLocks noGrp="1"/>
          </p:cNvSpPr>
          <p:nvPr/>
        </p:nvSpPr>
        <p:spPr>
          <a:xfrm>
            <a:off x="3924295" y="5471884"/>
            <a:ext cx="3280229" cy="558800"/>
          </a:xfrm>
          <a:prstGeom prst="rect">
            <a:avLst/>
          </a:prstGeom>
        </p:spPr>
        <p:txBody>
          <a:bodyPr wrap="square" lIns="0" tIns="0" rIns="0" bIns="0" rtlCol="0" anchor="b"/>
          <a:lstStyle/>
          <a:p>
            <a:pPr algn="ctr">
              <a:lnSpc>
                <a:spcPct val="100000"/>
              </a:lnSpc>
              <a:defRPr sz="1400" b="1">
                <a:solidFill>
                  <a:srgbClr val="4AA22C"/>
                </a:solidFill>
                <a:latin typeface="Grundfos TheSans SemiLight"/>
                <a:ea typeface="Grundfos TheSans SemiLight"/>
                <a:cs typeface="Grundfos TheSans SemiLight"/>
              </a:defRPr>
            </a:pPr>
            <a:r>
              <a:rPr lang="fr-FR" sz="1400" b="1" noProof="0" dirty="0">
                <a:solidFill>
                  <a:srgbClr val="4AA22C"/>
                </a:solidFill>
              </a:rPr>
              <a:t>Temps de retour</a:t>
            </a:r>
          </a:p>
        </p:txBody>
      </p:sp>
      <p:sp>
        <p:nvSpPr>
          <p:cNvPr id="1358039940" name="Text"/>
          <p:cNvSpPr>
            <a:spLocks noGrp="1"/>
          </p:cNvSpPr>
          <p:nvPr/>
        </p:nvSpPr>
        <p:spPr>
          <a:xfrm>
            <a:off x="3924295" y="6475184"/>
            <a:ext cx="3280229" cy="711200"/>
          </a:xfrm>
          <a:prstGeom prst="rect">
            <a:avLst/>
          </a:prstGeom>
        </p:spPr>
        <p:txBody>
          <a:bodyPr wrap="square" lIns="0" tIns="0" rIns="0" bIns="0" rtlCol="0" anchor="t"/>
          <a:lstStyle/>
          <a:p>
            <a:pPr algn="ctr">
              <a:lnSpc>
                <a:spcPct val="100000"/>
              </a:lnSpc>
              <a:defRPr sz="3000">
                <a:solidFill>
                  <a:srgbClr val="4AA22C"/>
                </a:solidFill>
                <a:latin typeface="Grundfos TheSans ExtraBold"/>
                <a:ea typeface="Grundfos TheSans ExtraBold"/>
                <a:cs typeface="Grundfos TheSans ExtraBold"/>
              </a:defRPr>
            </a:pPr>
            <a:r>
              <a:rPr lang="fr-FR" sz="3000" noProof="0" dirty="0"/>
              <a:t>$roi$</a:t>
            </a:r>
          </a:p>
        </p:txBody>
      </p:sp>
      <p:sp>
        <p:nvSpPr>
          <p:cNvPr id="1121071264" name="Text"/>
          <p:cNvSpPr>
            <a:spLocks noGrp="1"/>
          </p:cNvSpPr>
          <p:nvPr/>
        </p:nvSpPr>
        <p:spPr>
          <a:xfrm>
            <a:off x="3924295" y="6030684"/>
            <a:ext cx="3280229" cy="279400"/>
          </a:xfrm>
          <a:prstGeom prst="rect">
            <a:avLst/>
          </a:prstGeom>
        </p:spPr>
        <p:txBody>
          <a:bodyPr wrap="square" lIns="0" tIns="0" rIns="0" bIns="0" rtlCol="0" anchor="ctr"/>
          <a:lstStyle/>
          <a:p>
            <a:pPr algn="ctr">
              <a:lnSpc>
                <a:spcPct val="100000"/>
              </a:lnSpc>
              <a:defRPr sz="1000">
                <a:solidFill>
                  <a:srgbClr val="FFFFFF"/>
                </a:solidFill>
                <a:latin typeface="Grundfos TheSans SemiLight"/>
                <a:ea typeface="Grundfos TheSans SemiLight"/>
                <a:cs typeface="Grundfos TheSans SemiLight"/>
              </a:defRPr>
            </a:pPr>
            <a:r>
              <a:rPr lang="fr-FR" sz="1000" noProof="0" dirty="0">
                <a:solidFill>
                  <a:srgbClr val="FFFFFF"/>
                </a:solidFill>
              </a:rPr>
              <a:t>(ANS)</a:t>
            </a:r>
          </a:p>
        </p:txBody>
      </p:sp>
      <p:pic>
        <p:nvPicPr>
          <p:cNvPr id="3" name="Picture 2" descr="BannerEOBO_semfundo2">
            <a:extLst>
              <a:ext uri="{FF2B5EF4-FFF2-40B4-BE49-F238E27FC236}">
                <a16:creationId xmlns:a16="http://schemas.microsoft.com/office/drawing/2014/main" id="{A9A07EBD-F77F-E171-66F9-36F8002644E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74906" b="27394"/>
          <a:stretch/>
        </p:blipFill>
        <p:spPr bwMode="auto">
          <a:xfrm>
            <a:off x="14095855" y="116439"/>
            <a:ext cx="1893562" cy="184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a:extLst>
              <a:ext uri="{FF2B5EF4-FFF2-40B4-BE49-F238E27FC236}">
                <a16:creationId xmlns:a16="http://schemas.microsoft.com/office/drawing/2014/main" id="{27563462-90D9-EB80-D636-303CC86FD0C5}"/>
              </a:ext>
            </a:extLst>
          </p:cNvPr>
          <p:cNvSpPr>
            <a:spLocks noGrp="1"/>
          </p:cNvSpPr>
          <p:nvPr/>
        </p:nvSpPr>
        <p:spPr>
          <a:xfrm>
            <a:off x="644066" y="6493323"/>
            <a:ext cx="3280229" cy="711200"/>
          </a:xfrm>
          <a:prstGeom prst="rect">
            <a:avLst/>
          </a:prstGeom>
        </p:spPr>
        <p:txBody>
          <a:bodyPr wrap="square" lIns="0" tIns="0" rIns="0" bIns="0" rtlCol="0" anchor="t"/>
          <a:lstStyle/>
          <a:p>
            <a:pPr algn="ctr">
              <a:lnSpc>
                <a:spcPct val="100000"/>
              </a:lnSpc>
              <a:defRPr sz="3000">
                <a:solidFill>
                  <a:srgbClr val="4AA22C"/>
                </a:solidFill>
                <a:latin typeface="Grundfos TheSans ExtraBold"/>
                <a:ea typeface="Grundfos TheSans ExtraBold"/>
                <a:cs typeface="Grundfos TheSans ExtraBold"/>
              </a:defRPr>
            </a:pPr>
            <a:r>
              <a:rPr lang="fr-FR" sz="3000" noProof="0" dirty="0"/>
              <a:t>{{ECONOMIE_KWH_1}}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751640" name="Text"/>
          <p:cNvSpPr>
            <a:spLocks noGrp="1"/>
          </p:cNvSpPr>
          <p:nvPr/>
        </p:nvSpPr>
        <p:spPr>
          <a:xfrm>
            <a:off x="762000" y="457200"/>
            <a:ext cx="6731000" cy="1066800"/>
          </a:xfrm>
          <a:prstGeom prst="rect">
            <a:avLst/>
          </a:prstGeom>
        </p:spPr>
        <p:txBody>
          <a:bodyPr wrap="square" lIns="0" tIns="0" rIns="0" bIns="0" rtlCol="0" anchor="t"/>
          <a:lstStyle/>
          <a:p>
            <a:pPr algn="l">
              <a:lnSpc>
                <a:spcPct val="100000"/>
              </a:lnSpc>
              <a:defRPr sz="3600" b="1">
                <a:solidFill>
                  <a:srgbClr val="004579"/>
                </a:solidFill>
                <a:latin typeface="Grundfos TheSans ExtraBold"/>
                <a:ea typeface="Grundfos TheSans ExtraBold"/>
                <a:cs typeface="Grundfos TheSans ExtraBold"/>
              </a:defRPr>
            </a:pPr>
            <a:r>
              <a:rPr lang="fr-FR" sz="3600" b="1" noProof="0" dirty="0">
                <a:solidFill>
                  <a:srgbClr val="004579"/>
                </a:solidFill>
                <a:latin typeface="Grundfos TheSans Extd Black" panose="020B0805050302020203" pitchFamily="34" charset="0"/>
              </a:rPr>
              <a:t>Contenu</a:t>
            </a:r>
          </a:p>
        </p:txBody>
      </p:sp>
      <p:sp>
        <p:nvSpPr>
          <p:cNvPr id="1677708211" name="Text"/>
          <p:cNvSpPr>
            <a:spLocks noGrp="1"/>
          </p:cNvSpPr>
          <p:nvPr/>
        </p:nvSpPr>
        <p:spPr>
          <a:xfrm>
            <a:off x="762000" y="1752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Résumé</a:t>
            </a:r>
          </a:p>
        </p:txBody>
      </p:sp>
      <p:sp>
        <p:nvSpPr>
          <p:cNvPr id="1027457828" name="Text"/>
          <p:cNvSpPr>
            <a:spLocks noGrp="1"/>
          </p:cNvSpPr>
          <p:nvPr/>
        </p:nvSpPr>
        <p:spPr>
          <a:xfrm>
            <a:off x="6858000" y="1752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3</a:t>
            </a:r>
          </a:p>
        </p:txBody>
      </p:sp>
      <p:sp>
        <p:nvSpPr>
          <p:cNvPr id="781617167" name="Text"/>
          <p:cNvSpPr>
            <a:spLocks noGrp="1"/>
          </p:cNvSpPr>
          <p:nvPr/>
        </p:nvSpPr>
        <p:spPr>
          <a:xfrm>
            <a:off x="762000" y="2260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Coûts du cycle de vie de la pompe</a:t>
            </a:r>
          </a:p>
        </p:txBody>
      </p:sp>
      <p:sp>
        <p:nvSpPr>
          <p:cNvPr id="567709669" name="Text"/>
          <p:cNvSpPr>
            <a:spLocks noGrp="1"/>
          </p:cNvSpPr>
          <p:nvPr/>
        </p:nvSpPr>
        <p:spPr>
          <a:xfrm>
            <a:off x="6858000" y="2260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4</a:t>
            </a:r>
          </a:p>
        </p:txBody>
      </p:sp>
      <p:sp>
        <p:nvSpPr>
          <p:cNvPr id="482257070" name="Text"/>
          <p:cNvSpPr>
            <a:spLocks noGrp="1"/>
          </p:cNvSpPr>
          <p:nvPr/>
        </p:nvSpPr>
        <p:spPr>
          <a:xfrm>
            <a:off x="762000" y="2768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Répartition des économies potentielles</a:t>
            </a:r>
          </a:p>
        </p:txBody>
      </p:sp>
      <p:sp>
        <p:nvSpPr>
          <p:cNvPr id="226563262" name="Text"/>
          <p:cNvSpPr>
            <a:spLocks noGrp="1"/>
          </p:cNvSpPr>
          <p:nvPr/>
        </p:nvSpPr>
        <p:spPr>
          <a:xfrm>
            <a:off x="6858000" y="2768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5</a:t>
            </a:r>
          </a:p>
        </p:txBody>
      </p:sp>
      <p:sp>
        <p:nvSpPr>
          <p:cNvPr id="691291712" name="Text"/>
          <p:cNvSpPr>
            <a:spLocks noGrp="1"/>
          </p:cNvSpPr>
          <p:nvPr/>
        </p:nvSpPr>
        <p:spPr>
          <a:xfrm>
            <a:off x="762000" y="3276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Graphiques</a:t>
            </a:r>
          </a:p>
        </p:txBody>
      </p:sp>
      <p:sp>
        <p:nvSpPr>
          <p:cNvPr id="360238303" name="Text"/>
          <p:cNvSpPr>
            <a:spLocks noGrp="1"/>
          </p:cNvSpPr>
          <p:nvPr/>
        </p:nvSpPr>
        <p:spPr>
          <a:xfrm>
            <a:off x="6858000" y="3276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dirty="0">
                <a:solidFill>
                  <a:srgbClr val="0F4B78"/>
                </a:solidFill>
              </a:rPr>
              <a:t>6</a:t>
            </a:r>
            <a:endParaRPr lang="fr-FR" sz="1600" noProof="0" dirty="0">
              <a:solidFill>
                <a:srgbClr val="0F4B78"/>
              </a:solidFill>
            </a:endParaRPr>
          </a:p>
        </p:txBody>
      </p:sp>
      <p:pic>
        <p:nvPicPr>
          <p:cNvPr id="4" name="Content Placeholder 4" descr="A river surrounded by trees&#10;&#10;Description automatically generated">
            <a:extLst>
              <a:ext uri="{FF2B5EF4-FFF2-40B4-BE49-F238E27FC236}">
                <a16:creationId xmlns:a16="http://schemas.microsoft.com/office/drawing/2014/main" id="{216AA6CF-37C5-92AE-6D2D-A6FA84F42B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1881" t="12242" r="23995" b="3172"/>
          <a:stretch>
            <a:fillRect/>
          </a:stretch>
        </p:blipFill>
        <p:spPr>
          <a:xfrm>
            <a:off x="7457630" y="10"/>
            <a:ext cx="8798370" cy="9143990"/>
          </a:xfrm>
          <a:prstGeom prst="rect">
            <a:avLst/>
          </a:prstGeom>
          <a:noFill/>
        </p:spPr>
      </p:pic>
      <p:pic>
        <p:nvPicPr>
          <p:cNvPr id="8" name="Picture 7">
            <a:extLst>
              <a:ext uri="{FF2B5EF4-FFF2-40B4-BE49-F238E27FC236}">
                <a16:creationId xmlns:a16="http://schemas.microsoft.com/office/drawing/2014/main" id="{71CCA663-CB0D-40B2-87F0-BBAF60B7EF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14513" y="7809888"/>
            <a:ext cx="3345543" cy="940030"/>
          </a:xfrm>
          <a:prstGeom prst="rect">
            <a:avLst/>
          </a:prstGeom>
        </p:spPr>
      </p:pic>
      <p:pic>
        <p:nvPicPr>
          <p:cNvPr id="5" name="Picture 4">
            <a:extLst>
              <a:ext uri="{FF2B5EF4-FFF2-40B4-BE49-F238E27FC236}">
                <a16:creationId xmlns:a16="http://schemas.microsoft.com/office/drawing/2014/main" id="{933B68F4-1E41-2668-B72B-E3F2D955ADFF}"/>
              </a:ext>
            </a:extLst>
          </p:cNvPr>
          <p:cNvPicPr>
            <a:picLocks noChangeAspect="1"/>
          </p:cNvPicPr>
          <p:nvPr/>
        </p:nvPicPr>
        <p:blipFill>
          <a:blip r:embed="rId4"/>
          <a:stretch>
            <a:fillRect/>
          </a:stretch>
        </p:blipFill>
        <p:spPr>
          <a:xfrm>
            <a:off x="15613892" y="241200"/>
            <a:ext cx="446164" cy="432000"/>
          </a:xfrm>
          <a:prstGeom prst="rect">
            <a:avLst/>
          </a:prstGeom>
        </p:spPr>
      </p:pic>
      <p:sp>
        <p:nvSpPr>
          <p:cNvPr id="6" name="Text">
            <a:extLst>
              <a:ext uri="{FF2B5EF4-FFF2-40B4-BE49-F238E27FC236}">
                <a16:creationId xmlns:a16="http://schemas.microsoft.com/office/drawing/2014/main" id="{A0E652B9-DB86-171C-6C0D-F09438FE16ED}"/>
              </a:ext>
            </a:extLst>
          </p:cNvPr>
          <p:cNvSpPr>
            <a:spLocks noGrp="1"/>
          </p:cNvSpPr>
          <p:nvPr/>
        </p:nvSpPr>
        <p:spPr>
          <a:xfrm>
            <a:off x="762000" y="3784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Avantages au-delà du bilan</a:t>
            </a:r>
          </a:p>
        </p:txBody>
      </p:sp>
      <p:sp>
        <p:nvSpPr>
          <p:cNvPr id="7" name="Text">
            <a:extLst>
              <a:ext uri="{FF2B5EF4-FFF2-40B4-BE49-F238E27FC236}">
                <a16:creationId xmlns:a16="http://schemas.microsoft.com/office/drawing/2014/main" id="{0AD4022C-E72A-F249-2C5B-A6D09B8FAE8E}"/>
              </a:ext>
            </a:extLst>
          </p:cNvPr>
          <p:cNvSpPr>
            <a:spLocks noGrp="1"/>
          </p:cNvSpPr>
          <p:nvPr/>
        </p:nvSpPr>
        <p:spPr>
          <a:xfrm>
            <a:off x="762000" y="4292600"/>
            <a:ext cx="6096000" cy="381000"/>
          </a:xfrm>
          <a:prstGeom prst="rect">
            <a:avLst/>
          </a:prstGeom>
          <a:solidFill>
            <a:srgbClr val="FFFFFF"/>
          </a:solidFill>
        </p:spPr>
        <p:txBody>
          <a:bodyPr wrap="square" lIns="0" tIns="0" rIns="0" bIns="0" rtlCol="0" anchor="b"/>
          <a:lstStyle/>
          <a:p>
            <a:pPr algn="l">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Pensez Certificats d’Economies d’Energie</a:t>
            </a:r>
          </a:p>
        </p:txBody>
      </p:sp>
      <p:sp>
        <p:nvSpPr>
          <p:cNvPr id="9" name="Text">
            <a:extLst>
              <a:ext uri="{FF2B5EF4-FFF2-40B4-BE49-F238E27FC236}">
                <a16:creationId xmlns:a16="http://schemas.microsoft.com/office/drawing/2014/main" id="{4A38A9C9-72A1-C473-AFEE-9C2E37CBB8D5}"/>
              </a:ext>
            </a:extLst>
          </p:cNvPr>
          <p:cNvSpPr>
            <a:spLocks noGrp="1"/>
          </p:cNvSpPr>
          <p:nvPr/>
        </p:nvSpPr>
        <p:spPr>
          <a:xfrm>
            <a:off x="6858000" y="3784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7</a:t>
            </a:r>
          </a:p>
        </p:txBody>
      </p:sp>
      <p:sp>
        <p:nvSpPr>
          <p:cNvPr id="10" name="Text">
            <a:extLst>
              <a:ext uri="{FF2B5EF4-FFF2-40B4-BE49-F238E27FC236}">
                <a16:creationId xmlns:a16="http://schemas.microsoft.com/office/drawing/2014/main" id="{24AAE055-17FC-7CE3-A82F-91610C323D12}"/>
              </a:ext>
            </a:extLst>
          </p:cNvPr>
          <p:cNvSpPr>
            <a:spLocks noGrp="1"/>
          </p:cNvSpPr>
          <p:nvPr/>
        </p:nvSpPr>
        <p:spPr>
          <a:xfrm>
            <a:off x="6853015" y="4292600"/>
            <a:ext cx="254000" cy="381000"/>
          </a:xfrm>
          <a:prstGeom prst="rect">
            <a:avLst/>
          </a:prstGeom>
          <a:solidFill>
            <a:srgbClr val="FFFFFF"/>
          </a:solidFill>
        </p:spPr>
        <p:txBody>
          <a:bodyPr wrap="square" lIns="0" tIns="0" rIns="0" bIns="0" rtlCol="0" anchor="b"/>
          <a:lstStyle/>
          <a:p>
            <a:pPr algn="r">
              <a:lnSpc>
                <a:spcPct val="100000"/>
              </a:lnSpc>
              <a:defRPr sz="1600">
                <a:solidFill>
                  <a:srgbClr val="0F4B78"/>
                </a:solidFill>
                <a:latin typeface="Grundfos TheSans SemiLight"/>
                <a:ea typeface="Grundfos TheSans SemiLight"/>
                <a:cs typeface="Grundfos TheSans SemiLight"/>
              </a:defRPr>
            </a:pPr>
            <a:r>
              <a:rPr lang="fr-FR" sz="1600" noProof="0" dirty="0">
                <a:solidFill>
                  <a:srgbClr val="0F4B78"/>
                </a:solidFill>
              </a:rPr>
              <a:t>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273314" name="Text"/>
          <p:cNvSpPr>
            <a:spLocks noGrp="1"/>
          </p:cNvSpPr>
          <p:nvPr/>
        </p:nvSpPr>
        <p:spPr>
          <a:xfrm>
            <a:off x="635000" y="508000"/>
            <a:ext cx="8255000" cy="635000"/>
          </a:xfrm>
          <a:prstGeom prst="rect">
            <a:avLst/>
          </a:prstGeom>
        </p:spPr>
        <p:txBody>
          <a:bodyPr wrap="square" lIns="0" tIns="0" rIns="0" bIns="0" rtlCol="0" anchor="t"/>
          <a:lstStyle/>
          <a:p>
            <a:pPr algn="l">
              <a:lnSpc>
                <a:spcPct val="100000"/>
              </a:lnSpc>
              <a:defRPr sz="2600" b="1">
                <a:solidFill>
                  <a:srgbClr val="11497B"/>
                </a:solidFill>
                <a:latin typeface="Grundfos TheSans ExtraBold"/>
                <a:ea typeface="Grundfos TheSans ExtraBold"/>
                <a:cs typeface="Grundfos TheSans ExtraBold"/>
              </a:defRPr>
            </a:pPr>
            <a:r>
              <a:rPr lang="fr-FR" sz="2600" b="1" noProof="0" dirty="0">
                <a:solidFill>
                  <a:srgbClr val="11497B"/>
                </a:solidFill>
                <a:latin typeface="Grundfos TheSans Extd Black" panose="020B0805050302020203" pitchFamily="34" charset="0"/>
              </a:rPr>
              <a:t>Résumé</a:t>
            </a:r>
          </a:p>
        </p:txBody>
      </p:sp>
      <p:sp>
        <p:nvSpPr>
          <p:cNvPr id="1628184934" name="Text"/>
          <p:cNvSpPr>
            <a:spLocks noGrp="1"/>
          </p:cNvSpPr>
          <p:nvPr/>
        </p:nvSpPr>
        <p:spPr>
          <a:xfrm>
            <a:off x="16002000" y="9004300"/>
            <a:ext cx="254000" cy="127000"/>
          </a:xfrm>
          <a:prstGeom prst="rect">
            <a:avLst/>
          </a:prstGeom>
        </p:spPr>
        <p:txBody>
          <a:bodyPr wrap="square" lIns="0" tIns="0" rIns="0" bIns="0" rtlCol="0" anchor="t"/>
          <a:lstStyle/>
          <a:p>
            <a:pPr algn="l">
              <a:lnSpc>
                <a:spcPct val="100000"/>
              </a:lnSpc>
              <a:defRPr sz="1000">
                <a:solidFill>
                  <a:srgbClr val="000000"/>
                </a:solidFill>
                <a:latin typeface="Grundfos TheSans Light"/>
                <a:ea typeface="Grundfos TheSans Light"/>
                <a:cs typeface="Grundfos TheSans Light"/>
              </a:defRPr>
            </a:pPr>
            <a:endParaRPr lang="fr-FR" noProof="0" dirty="0"/>
          </a:p>
        </p:txBody>
      </p:sp>
      <p:sp>
        <p:nvSpPr>
          <p:cNvPr id="1667555664" name="Rectangle"/>
          <p:cNvSpPr>
            <a:spLocks noGrp="1"/>
          </p:cNvSpPr>
          <p:nvPr/>
        </p:nvSpPr>
        <p:spPr>
          <a:xfrm>
            <a:off x="9398000" y="0"/>
            <a:ext cx="6858000" cy="9118600"/>
          </a:xfrm>
          <a:prstGeom prst="rect">
            <a:avLst/>
          </a:prstGeom>
          <a:solidFill>
            <a:srgbClr val="B8C8BF"/>
          </a:solidFill>
        </p:spPr>
        <p:txBody>
          <a:bodyPr rtlCol="0" anchor="ctr"/>
          <a:lstStyle/>
          <a:p>
            <a:pPr algn="ctr"/>
            <a:endParaRPr lang="fr-FR" noProof="0" dirty="0"/>
          </a:p>
        </p:txBody>
      </p:sp>
      <p:sp>
        <p:nvSpPr>
          <p:cNvPr id="1946451498" name="Text"/>
          <p:cNvSpPr>
            <a:spLocks noGrp="1"/>
          </p:cNvSpPr>
          <p:nvPr/>
        </p:nvSpPr>
        <p:spPr>
          <a:xfrm>
            <a:off x="635000" y="1270000"/>
            <a:ext cx="8128000" cy="6159500"/>
          </a:xfrm>
          <a:prstGeom prst="rect">
            <a:avLst/>
          </a:prstGeom>
        </p:spPr>
        <p:txBody>
          <a:bodyPr wrap="square" lIns="0" tIns="0" rIns="0" bIns="0" rtlCol="0" anchor="t"/>
          <a:lstStyle/>
          <a:p>
            <a:pPr algn="just">
              <a:lnSpc>
                <a:spcPct val="100000"/>
              </a:lnSpc>
              <a:defRPr sz="1600">
                <a:solidFill>
                  <a:srgbClr val="0E4B78"/>
                </a:solidFill>
                <a:latin typeface="Grundfos TheSans SemiLight"/>
                <a:ea typeface="Grundfos TheSans SemiLight"/>
                <a:cs typeface="Grundfos TheSans SemiLight"/>
              </a:defRPr>
            </a:pPr>
            <a:r>
              <a:rPr lang="fr-FR" sz="1600" noProof="0" dirty="0">
                <a:solidFill>
                  <a:srgbClr val="0E4B78"/>
                </a:solidFill>
              </a:rPr>
              <a:t>Nous avons maintenant terminé votre Energy Check et cela montre que vous pouvez économiser (EUR) $eco_euros$ chaque année sur les dépenses d’énergie grâce à des améliorations relativement simples de vos installations de pompage.</a:t>
            </a:r>
          </a:p>
          <a:p>
            <a:pPr algn="just">
              <a:lnSpc>
                <a:spcPct val="100000"/>
              </a:lnSpc>
              <a:defRPr sz="1600">
                <a:solidFill>
                  <a:srgbClr val="0E4B78"/>
                </a:solidFill>
                <a:latin typeface="Grundfos TheSans SemiLight"/>
                <a:ea typeface="Grundfos TheSans SemiLight"/>
                <a:cs typeface="Grundfos TheSans SemiLight"/>
              </a:defRPr>
            </a:pPr>
            <a:br>
              <a:rPr lang="fr-FR" noProof="0" dirty="0"/>
            </a:br>
            <a:br>
              <a:rPr lang="fr-FR" noProof="0" dirty="0"/>
            </a:br>
            <a:r>
              <a:rPr lang="fr-FR" sz="1600" noProof="0" dirty="0">
                <a:solidFill>
                  <a:srgbClr val="0E4B78"/>
                </a:solidFill>
              </a:rPr>
              <a:t>Cette estimation d’économie est basée sur notre inspection de la pompe installée dans votre installation. En investissant dans une pompe efficace et d’autre amélioration, vous pouvez réduire la consommation d’énergie de $eco_nrj$ kWh par an. Votre investissement à réaliser pour ces améliorations est de EUR $invest$, qui se traduit par un retour sur investissement de $roi$ années. Ce rapport explique plus en détail comment vous pouvez atteindre cet objectif.</a:t>
            </a:r>
            <a:endParaRPr lang="fr-FR" sz="1600" dirty="0">
              <a:solidFill>
                <a:srgbClr val="0E4B78"/>
              </a:solidFill>
            </a:endParaRPr>
          </a:p>
          <a:p>
            <a:pPr algn="just">
              <a:lnSpc>
                <a:spcPct val="100000"/>
              </a:lnSpc>
              <a:defRPr sz="1600">
                <a:solidFill>
                  <a:srgbClr val="0E4B78"/>
                </a:solidFill>
                <a:latin typeface="Grundfos TheSans SemiLight"/>
                <a:ea typeface="Grundfos TheSans SemiLight"/>
                <a:cs typeface="Grundfos TheSans SemiLight"/>
              </a:defRPr>
            </a:pPr>
            <a:br>
              <a:rPr lang="fr-FR" noProof="0" dirty="0"/>
            </a:br>
            <a:br>
              <a:rPr lang="fr-FR" noProof="0" dirty="0"/>
            </a:br>
            <a:r>
              <a:rPr lang="fr-FR" sz="1600" noProof="0" dirty="0">
                <a:solidFill>
                  <a:srgbClr val="0E4B78"/>
                </a:solidFill>
              </a:rPr>
              <a:t>Notre recommandation est que, les possibilités présentées dans ce rapport d’</a:t>
            </a:r>
            <a:r>
              <a:rPr lang="fr-FR" sz="1600" dirty="0">
                <a:solidFill>
                  <a:srgbClr val="0E4B78"/>
                </a:solidFill>
              </a:rPr>
              <a:t>Energy Check</a:t>
            </a:r>
            <a:r>
              <a:rPr lang="fr-FR" sz="1600" noProof="0" dirty="0">
                <a:solidFill>
                  <a:srgbClr val="0E4B78"/>
                </a:solidFill>
              </a:rPr>
              <a:t> doivent être examinés attentivement. Nous sommes prêts à vous aider pour vous permettre de réaliser ces économies, mettre en place ces avantages opérationnels, environnementaux et commerciaux liés à ces recommandations.</a:t>
            </a:r>
          </a:p>
          <a:p>
            <a:pPr algn="just">
              <a:lnSpc>
                <a:spcPct val="100000"/>
              </a:lnSpc>
              <a:defRPr sz="1600">
                <a:solidFill>
                  <a:srgbClr val="0E4B78"/>
                </a:solidFill>
                <a:latin typeface="Grundfos TheSans SemiLight"/>
                <a:ea typeface="Grundfos TheSans SemiLight"/>
                <a:cs typeface="Grundfos TheSans SemiLight"/>
              </a:defRPr>
            </a:pPr>
            <a:br>
              <a:rPr lang="fr-FR" noProof="0" dirty="0"/>
            </a:br>
            <a:br>
              <a:rPr lang="fr-FR" noProof="0" dirty="0"/>
            </a:br>
            <a:r>
              <a:rPr lang="fr-FR" sz="1600" noProof="0" dirty="0">
                <a:solidFill>
                  <a:srgbClr val="0E4B78"/>
                </a:solidFill>
              </a:rPr>
              <a:t>Je reste à votre disposition pour l’analyse de ces résultats avec vous ou toute autre personne de votre organisation. N’hésitez pas à me contacter.</a:t>
            </a:r>
          </a:p>
        </p:txBody>
      </p:sp>
      <p:sp>
        <p:nvSpPr>
          <p:cNvPr id="1391932135" name="Text"/>
          <p:cNvSpPr>
            <a:spLocks noGrp="1"/>
          </p:cNvSpPr>
          <p:nvPr/>
        </p:nvSpPr>
        <p:spPr>
          <a:xfrm>
            <a:off x="635000" y="8001000"/>
            <a:ext cx="2413000" cy="279400"/>
          </a:xfrm>
          <a:prstGeom prst="rect">
            <a:avLst/>
          </a:prstGeom>
        </p:spPr>
        <p:txBody>
          <a:bodyPr wrap="square" lIns="0" tIns="0" rIns="0" bIns="0" rtlCol="0" anchor="t"/>
          <a:lstStyle/>
          <a:p>
            <a:pPr algn="l">
              <a:lnSpc>
                <a:spcPct val="100000"/>
              </a:lnSpc>
              <a:defRPr sz="1400">
                <a:solidFill>
                  <a:srgbClr val="11497B"/>
                </a:solidFill>
                <a:latin typeface="Grundfos TheSans SemiLight"/>
                <a:ea typeface="Grundfos TheSans SemiLight"/>
                <a:cs typeface="Grundfos TheSans SemiLight"/>
              </a:defRPr>
            </a:pPr>
            <a:r>
              <a:rPr lang="fr-FR" sz="1400" noProof="0" dirty="0">
                <a:solidFill>
                  <a:srgbClr val="11497B"/>
                </a:solidFill>
              </a:rPr>
              <a:t>Charles-Elie Gentil</a:t>
            </a:r>
          </a:p>
        </p:txBody>
      </p:sp>
      <p:sp>
        <p:nvSpPr>
          <p:cNvPr id="608371537" name="Text"/>
          <p:cNvSpPr>
            <a:spLocks noGrp="1"/>
          </p:cNvSpPr>
          <p:nvPr/>
        </p:nvSpPr>
        <p:spPr>
          <a:xfrm>
            <a:off x="635000" y="8280400"/>
            <a:ext cx="4089400" cy="279400"/>
          </a:xfrm>
          <a:prstGeom prst="rect">
            <a:avLst/>
          </a:prstGeom>
        </p:spPr>
        <p:txBody>
          <a:bodyPr wrap="square" lIns="0" tIns="0" rIns="0" bIns="0" rtlCol="0" anchor="t"/>
          <a:lstStyle/>
          <a:p>
            <a:pPr algn="l">
              <a:lnSpc>
                <a:spcPct val="100000"/>
              </a:lnSpc>
              <a:defRPr sz="1400">
                <a:solidFill>
                  <a:srgbClr val="11497B"/>
                </a:solidFill>
                <a:latin typeface="Grundfos TheSans SemiLight"/>
                <a:ea typeface="Grundfos TheSans SemiLight"/>
                <a:cs typeface="Grundfos TheSans SemiLight"/>
              </a:defRPr>
            </a:pPr>
            <a:r>
              <a:rPr lang="fr-FR" sz="1400" noProof="0" dirty="0">
                <a:solidFill>
                  <a:srgbClr val="11497B"/>
                </a:solidFill>
                <a:hlinkClick r:id="rId3"/>
              </a:rPr>
              <a:t>cgentil@grundfos.com</a:t>
            </a:r>
            <a:r>
              <a:rPr lang="fr-FR" sz="1400" noProof="0" dirty="0">
                <a:solidFill>
                  <a:srgbClr val="11497B"/>
                </a:solidFill>
              </a:rPr>
              <a:t> // +33 7.72.30.69.46</a:t>
            </a:r>
          </a:p>
        </p:txBody>
      </p:sp>
      <p:sp>
        <p:nvSpPr>
          <p:cNvPr id="730778992" name="Text"/>
          <p:cNvSpPr>
            <a:spLocks noGrp="1"/>
          </p:cNvSpPr>
          <p:nvPr/>
        </p:nvSpPr>
        <p:spPr>
          <a:xfrm>
            <a:off x="635000" y="8559800"/>
            <a:ext cx="2413000" cy="279400"/>
          </a:xfrm>
          <a:prstGeom prst="rect">
            <a:avLst/>
          </a:prstGeom>
        </p:spPr>
        <p:txBody>
          <a:bodyPr wrap="square" lIns="0" tIns="0" rIns="0" bIns="0" rtlCol="0" anchor="t"/>
          <a:lstStyle/>
          <a:p>
            <a:pPr algn="l">
              <a:lnSpc>
                <a:spcPct val="100000"/>
              </a:lnSpc>
              <a:defRPr sz="1400">
                <a:solidFill>
                  <a:srgbClr val="11497B"/>
                </a:solidFill>
                <a:latin typeface="Grundfos TheSans SemiLight"/>
                <a:ea typeface="Grundfos TheSans SemiLight"/>
                <a:cs typeface="Grundfos TheSans SemiLight"/>
              </a:defRPr>
            </a:pPr>
            <a:r>
              <a:rPr lang="fr-FR" sz="1400" noProof="0" dirty="0">
                <a:solidFill>
                  <a:srgbClr val="11497B"/>
                </a:solidFill>
              </a:rPr>
              <a:t>{{PROJET_DATE}}</a:t>
            </a:r>
          </a:p>
        </p:txBody>
      </p:sp>
      <p:sp>
        <p:nvSpPr>
          <p:cNvPr id="743541351" name="Text"/>
          <p:cNvSpPr>
            <a:spLocks noGrp="1"/>
          </p:cNvSpPr>
          <p:nvPr/>
        </p:nvSpPr>
        <p:spPr>
          <a:xfrm>
            <a:off x="635000" y="7721600"/>
            <a:ext cx="2413000" cy="279400"/>
          </a:xfrm>
          <a:prstGeom prst="rect">
            <a:avLst/>
          </a:prstGeom>
        </p:spPr>
        <p:txBody>
          <a:bodyPr wrap="square" lIns="0" tIns="0" rIns="0" bIns="0" rtlCol="0" anchor="t"/>
          <a:lstStyle/>
          <a:p>
            <a:pPr algn="l">
              <a:lnSpc>
                <a:spcPct val="100000"/>
              </a:lnSpc>
              <a:defRPr sz="1400">
                <a:solidFill>
                  <a:srgbClr val="11497B"/>
                </a:solidFill>
                <a:latin typeface="Grundfos TheSans SemiLight"/>
                <a:ea typeface="Grundfos TheSans SemiLight"/>
                <a:cs typeface="Grundfos TheSans SemiLight"/>
              </a:defRPr>
            </a:pPr>
            <a:r>
              <a:rPr lang="fr-FR" sz="1400" noProof="0" dirty="0">
                <a:solidFill>
                  <a:srgbClr val="11497B"/>
                </a:solidFill>
              </a:rPr>
              <a:t>GFD</a:t>
            </a:r>
          </a:p>
        </p:txBody>
      </p:sp>
      <p:sp>
        <p:nvSpPr>
          <p:cNvPr id="492144364" name="Frame"/>
          <p:cNvSpPr>
            <a:spLocks noGrp="1"/>
          </p:cNvSpPr>
          <p:nvPr/>
        </p:nvSpPr>
        <p:spPr>
          <a:xfrm>
            <a:off x="11518900" y="698500"/>
            <a:ext cx="2921000" cy="7835900"/>
          </a:xfrm>
          <a:prstGeom prst="rect">
            <a:avLst/>
          </a:prstGeom>
        </p:spPr>
        <p:txBody>
          <a:bodyPr rtlCol="0" anchor="ctr"/>
          <a:lstStyle/>
          <a:p>
            <a:pPr algn="ctr"/>
            <a:endParaRPr lang="fr-FR" noProof="0" dirty="0"/>
          </a:p>
        </p:txBody>
      </p:sp>
      <p:sp>
        <p:nvSpPr>
          <p:cNvPr id="1510801151" name="Text"/>
          <p:cNvSpPr>
            <a:spLocks noGrp="1"/>
          </p:cNvSpPr>
          <p:nvPr/>
        </p:nvSpPr>
        <p:spPr>
          <a:xfrm>
            <a:off x="11518900" y="698500"/>
            <a:ext cx="2921000" cy="508000"/>
          </a:xfrm>
          <a:prstGeom prst="rect">
            <a:avLst/>
          </a:prstGeom>
          <a:solidFill>
            <a:srgbClr val="E1ECF8"/>
          </a:solidFill>
        </p:spPr>
        <p:txBody>
          <a:bodyPr wrap="square" lIns="0" tIns="0" rIns="0" bIns="0" rtlCol="0" anchor="b"/>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Economies annuelles (EUR)</a:t>
            </a:r>
          </a:p>
        </p:txBody>
      </p:sp>
      <p:sp>
        <p:nvSpPr>
          <p:cNvPr id="188302729" name="Text"/>
          <p:cNvSpPr>
            <a:spLocks noGrp="1"/>
          </p:cNvSpPr>
          <p:nvPr/>
        </p:nvSpPr>
        <p:spPr>
          <a:xfrm>
            <a:off x="11518900" y="11938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$eco_euros$</a:t>
            </a:r>
          </a:p>
        </p:txBody>
      </p:sp>
      <p:sp>
        <p:nvSpPr>
          <p:cNvPr id="1560554272" name="Text"/>
          <p:cNvSpPr>
            <a:spLocks noGrp="1"/>
          </p:cNvSpPr>
          <p:nvPr/>
        </p:nvSpPr>
        <p:spPr>
          <a:xfrm>
            <a:off x="11518900" y="27940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$roi$</a:t>
            </a:r>
          </a:p>
        </p:txBody>
      </p:sp>
      <p:sp>
        <p:nvSpPr>
          <p:cNvPr id="1017868693" name="Text"/>
          <p:cNvSpPr>
            <a:spLocks noGrp="1"/>
          </p:cNvSpPr>
          <p:nvPr/>
        </p:nvSpPr>
        <p:spPr>
          <a:xfrm>
            <a:off x="11518900" y="2298700"/>
            <a:ext cx="2921000" cy="508000"/>
          </a:xfrm>
          <a:prstGeom prst="rect">
            <a:avLst/>
          </a:prstGeom>
          <a:solidFill>
            <a:srgbClr val="E1ECF8"/>
          </a:solidFill>
        </p:spPr>
        <p:txBody>
          <a:bodyPr wrap="square" lIns="0" tIns="0" rIns="0" bIns="0" rtlCol="0" anchor="b"/>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Temps de retour [ANS]</a:t>
            </a:r>
          </a:p>
        </p:txBody>
      </p:sp>
      <p:sp>
        <p:nvSpPr>
          <p:cNvPr id="464391249" name="Text"/>
          <p:cNvSpPr>
            <a:spLocks noGrp="1"/>
          </p:cNvSpPr>
          <p:nvPr/>
        </p:nvSpPr>
        <p:spPr>
          <a:xfrm>
            <a:off x="11518900" y="3924300"/>
            <a:ext cx="2921000" cy="508000"/>
          </a:xfrm>
          <a:prstGeom prst="rect">
            <a:avLst/>
          </a:prstGeom>
          <a:solidFill>
            <a:srgbClr val="E1ECF8"/>
          </a:solidFill>
        </p:spPr>
        <p:txBody>
          <a:bodyPr wrap="square" lIns="0" tIns="0" rIns="0" bIns="0" rtlCol="0" anchor="b"/>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Economies d’énergie[kWh/AN]</a:t>
            </a:r>
          </a:p>
        </p:txBody>
      </p:sp>
      <p:sp>
        <p:nvSpPr>
          <p:cNvPr id="1068148745" name="Text"/>
          <p:cNvSpPr>
            <a:spLocks noGrp="1"/>
          </p:cNvSpPr>
          <p:nvPr/>
        </p:nvSpPr>
        <p:spPr>
          <a:xfrm>
            <a:off x="11518900" y="44196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$eco_nrj$</a:t>
            </a:r>
          </a:p>
        </p:txBody>
      </p:sp>
      <p:sp>
        <p:nvSpPr>
          <p:cNvPr id="1560151942" name="Text"/>
          <p:cNvSpPr>
            <a:spLocks noGrp="1"/>
          </p:cNvSpPr>
          <p:nvPr/>
        </p:nvSpPr>
        <p:spPr>
          <a:xfrm>
            <a:off x="11518900" y="5524500"/>
            <a:ext cx="2921000" cy="508000"/>
          </a:xfrm>
          <a:prstGeom prst="rect">
            <a:avLst/>
          </a:prstGeom>
          <a:solidFill>
            <a:srgbClr val="E1ECF8"/>
          </a:solidFill>
        </p:spPr>
        <p:txBody>
          <a:bodyPr wrap="square" lIns="0" tIns="0" rIns="0" bIns="0" rtlCol="0" anchor="b"/>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REDUCTION D’EMISSION (CO2 T/AN)</a:t>
            </a:r>
          </a:p>
        </p:txBody>
      </p:sp>
      <p:sp>
        <p:nvSpPr>
          <p:cNvPr id="698359324" name="Text"/>
          <p:cNvSpPr>
            <a:spLocks noGrp="1"/>
          </p:cNvSpPr>
          <p:nvPr/>
        </p:nvSpPr>
        <p:spPr>
          <a:xfrm>
            <a:off x="11518900" y="60198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$eco_co2$</a:t>
            </a:r>
          </a:p>
        </p:txBody>
      </p:sp>
      <p:sp>
        <p:nvSpPr>
          <p:cNvPr id="1327027613" name="Text"/>
          <p:cNvSpPr>
            <a:spLocks noGrp="1"/>
          </p:cNvSpPr>
          <p:nvPr/>
        </p:nvSpPr>
        <p:spPr>
          <a:xfrm>
            <a:off x="11518900" y="7137400"/>
            <a:ext cx="2921000" cy="558800"/>
          </a:xfrm>
          <a:prstGeom prst="rect">
            <a:avLst/>
          </a:prstGeom>
          <a:solidFill>
            <a:srgbClr val="E1ECF8"/>
          </a:solidFill>
        </p:spPr>
        <p:txBody>
          <a:bodyPr wrap="square" lIns="0" tIns="0" rIns="0" bIns="0" rtlCol="0" anchor="b"/>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Investissement [EUR]</a:t>
            </a:r>
          </a:p>
        </p:txBody>
      </p:sp>
      <p:sp>
        <p:nvSpPr>
          <p:cNvPr id="1735417596" name="Text"/>
          <p:cNvSpPr>
            <a:spLocks noGrp="1"/>
          </p:cNvSpPr>
          <p:nvPr/>
        </p:nvSpPr>
        <p:spPr>
          <a:xfrm>
            <a:off x="11518900" y="76962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$invest$</a:t>
            </a:r>
          </a:p>
        </p:txBody>
      </p:sp>
      <p:pic>
        <p:nvPicPr>
          <p:cNvPr id="2" name="Picture">
            <a:extLst>
              <a:ext uri="{FF2B5EF4-FFF2-40B4-BE49-F238E27FC236}">
                <a16:creationId xmlns:a16="http://schemas.microsoft.com/office/drawing/2014/main" id="{447F4FEB-3098-824F-72AA-2275F0DE28BB}"/>
              </a:ext>
            </a:extLst>
          </p:cNvPr>
          <p:cNvPicPr>
            <a:picLocks noChangeAspect="1"/>
          </p:cNvPicPr>
          <p:nvPr/>
        </p:nvPicPr>
        <p:blipFill>
          <a:blip r:embed="rId4"/>
          <a:srcRect/>
          <a:stretch>
            <a:fillRect b="6896"/>
          </a:stretch>
        </p:blipFill>
        <p:spPr>
          <a:xfrm>
            <a:off x="15579305" y="246742"/>
            <a:ext cx="446897" cy="43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0362671" name="Picture"/>
          <p:cNvPicPr>
            <a:picLocks noChangeAspect="1"/>
          </p:cNvPicPr>
          <p:nvPr/>
        </p:nvPicPr>
        <p:blipFill>
          <a:blip r:embed="rId2"/>
          <a:srcRect/>
          <a:stretch>
            <a:fillRect/>
          </a:stretch>
        </p:blipFill>
        <p:spPr>
          <a:xfrm>
            <a:off x="6223000" y="12700"/>
            <a:ext cx="10020300" cy="9131300"/>
          </a:xfrm>
          <a:prstGeom prst="rect">
            <a:avLst/>
          </a:prstGeom>
        </p:spPr>
      </p:pic>
      <p:sp>
        <p:nvSpPr>
          <p:cNvPr id="746626845" name="Text"/>
          <p:cNvSpPr>
            <a:spLocks noGrp="1"/>
          </p:cNvSpPr>
          <p:nvPr/>
        </p:nvSpPr>
        <p:spPr>
          <a:xfrm>
            <a:off x="761999" y="1905000"/>
            <a:ext cx="5050971" cy="381000"/>
          </a:xfrm>
          <a:prstGeom prst="rect">
            <a:avLst/>
          </a:prstGeom>
        </p:spPr>
        <p:txBody>
          <a:bodyPr wrap="square" lIns="0" tIns="0" rIns="0" bIns="0" rtlCol="0" anchor="t"/>
          <a:lstStyle/>
          <a:p>
            <a:pPr algn="l">
              <a:lnSpc>
                <a:spcPct val="100000"/>
              </a:lnSpc>
              <a:defRPr sz="1400">
                <a:solidFill>
                  <a:srgbClr val="11497B"/>
                </a:solidFill>
                <a:latin typeface="Grundfos TheSans ExtraBold"/>
                <a:ea typeface="Grundfos TheSans ExtraBold"/>
                <a:cs typeface="Grundfos TheSans ExtraBold"/>
              </a:defRPr>
            </a:pPr>
            <a:r>
              <a:rPr lang="fr-FR" sz="1400" noProof="0" dirty="0">
                <a:solidFill>
                  <a:srgbClr val="11497B"/>
                </a:solidFill>
                <a:latin typeface="Grundfos TheSans Extd Black" panose="020B0805050302020203" pitchFamily="34" charset="0"/>
              </a:rPr>
              <a:t>COÛTS DU CYCLE DE VIE DE LA POMPE</a:t>
            </a:r>
          </a:p>
        </p:txBody>
      </p:sp>
      <p:sp>
        <p:nvSpPr>
          <p:cNvPr id="810434494" name="Text"/>
          <p:cNvSpPr>
            <a:spLocks noGrp="1"/>
          </p:cNvSpPr>
          <p:nvPr/>
        </p:nvSpPr>
        <p:spPr>
          <a:xfrm>
            <a:off x="16002000" y="9004300"/>
            <a:ext cx="254000" cy="127000"/>
          </a:xfrm>
          <a:prstGeom prst="rect">
            <a:avLst/>
          </a:prstGeom>
        </p:spPr>
        <p:txBody>
          <a:bodyPr wrap="square" lIns="0" tIns="0" rIns="0" bIns="0" rtlCol="0" anchor="t"/>
          <a:lstStyle/>
          <a:p>
            <a:pPr algn="l">
              <a:lnSpc>
                <a:spcPct val="100000"/>
              </a:lnSpc>
              <a:defRPr sz="1000">
                <a:solidFill>
                  <a:srgbClr val="000000"/>
                </a:solidFill>
                <a:latin typeface="Grundfos TheSans Light"/>
                <a:ea typeface="Grundfos TheSans Light"/>
                <a:cs typeface="Grundfos TheSans Light"/>
              </a:defRPr>
            </a:pPr>
            <a:endParaRPr lang="fr-FR" noProof="0" dirty="0"/>
          </a:p>
        </p:txBody>
      </p:sp>
      <p:sp>
        <p:nvSpPr>
          <p:cNvPr id="1631251384" name="Text"/>
          <p:cNvSpPr>
            <a:spLocks noGrp="1"/>
          </p:cNvSpPr>
          <p:nvPr/>
        </p:nvSpPr>
        <p:spPr>
          <a:xfrm>
            <a:off x="762000" y="2540000"/>
            <a:ext cx="4953000" cy="1524000"/>
          </a:xfrm>
          <a:prstGeom prst="rect">
            <a:avLst/>
          </a:prstGeom>
        </p:spPr>
        <p:txBody>
          <a:bodyPr wrap="square" lIns="0" tIns="0" rIns="0" bIns="0" rtlCol="0" anchor="t"/>
          <a:lstStyle/>
          <a:p>
            <a:pPr algn="l">
              <a:lnSpc>
                <a:spcPct val="100000"/>
              </a:lnSpc>
              <a:defRPr sz="2600">
                <a:solidFill>
                  <a:srgbClr val="11497B"/>
                </a:solidFill>
                <a:latin typeface="Grundfos TheSans ExtraBold"/>
                <a:ea typeface="Grundfos TheSans ExtraBold"/>
                <a:cs typeface="Grundfos TheSans ExtraBold"/>
              </a:defRPr>
            </a:pPr>
            <a:r>
              <a:rPr lang="fr-FR" sz="2600" noProof="0" dirty="0">
                <a:solidFill>
                  <a:srgbClr val="11497B"/>
                </a:solidFill>
                <a:latin typeface="Grundfos TheSans Extd Black" panose="020B0805050302020203" pitchFamily="34" charset="0"/>
              </a:rPr>
              <a:t>POURQUOI VOTRE ENERGY CHECK EST SI IMPORTANT</a:t>
            </a:r>
          </a:p>
        </p:txBody>
      </p:sp>
      <p:sp>
        <p:nvSpPr>
          <p:cNvPr id="1665773286" name="Text"/>
          <p:cNvSpPr>
            <a:spLocks noGrp="1"/>
          </p:cNvSpPr>
          <p:nvPr/>
        </p:nvSpPr>
        <p:spPr>
          <a:xfrm>
            <a:off x="762000" y="4318000"/>
            <a:ext cx="4953000" cy="1233714"/>
          </a:xfrm>
          <a:prstGeom prst="rect">
            <a:avLst/>
          </a:prstGeom>
        </p:spPr>
        <p:txBody>
          <a:bodyPr wrap="square" lIns="0" tIns="0" rIns="0" bIns="0" rtlCol="0" anchor="t"/>
          <a:lstStyle/>
          <a:p>
            <a:pPr algn="just">
              <a:lnSpc>
                <a:spcPct val="100000"/>
              </a:lnSpc>
              <a:defRPr sz="1600">
                <a:solidFill>
                  <a:srgbClr val="11497B"/>
                </a:solidFill>
                <a:latin typeface="Grundfos TheSans SemiLight"/>
                <a:ea typeface="Grundfos TheSans SemiLight"/>
                <a:cs typeface="Grundfos TheSans SemiLight"/>
              </a:defRPr>
            </a:pPr>
            <a:r>
              <a:rPr lang="fr-FR" sz="1600" noProof="0" dirty="0">
                <a:solidFill>
                  <a:srgbClr val="11497B"/>
                </a:solidFill>
              </a:rPr>
              <a:t>L’Energy Check vous aide à identifier les économies potentielles d’énergie dans votre installation de pompage et à comprendre comment économiser sur les frais de fonctionnement de ces pompes.</a:t>
            </a:r>
          </a:p>
          <a:p>
            <a:pPr algn="just">
              <a:lnSpc>
                <a:spcPct val="100000"/>
              </a:lnSpc>
              <a:defRPr sz="1600">
                <a:solidFill>
                  <a:srgbClr val="11497B"/>
                </a:solidFill>
                <a:latin typeface="Grundfos TheSans SemiLight"/>
                <a:ea typeface="Grundfos TheSans SemiLight"/>
                <a:cs typeface="Grundfos TheSans SemiLight"/>
              </a:defRPr>
            </a:pPr>
            <a:endParaRPr lang="fr-FR" sz="1600" noProof="0" dirty="0">
              <a:solidFill>
                <a:srgbClr val="11497B"/>
              </a:solidFill>
            </a:endParaRPr>
          </a:p>
        </p:txBody>
      </p:sp>
      <p:sp>
        <p:nvSpPr>
          <p:cNvPr id="2054795510" name="Text"/>
          <p:cNvSpPr>
            <a:spLocks noGrp="1"/>
          </p:cNvSpPr>
          <p:nvPr/>
        </p:nvSpPr>
        <p:spPr>
          <a:xfrm>
            <a:off x="13208000" y="3556000"/>
            <a:ext cx="1270000" cy="762000"/>
          </a:xfrm>
          <a:prstGeom prst="rect">
            <a:avLst/>
          </a:prstGeom>
        </p:spPr>
        <p:txBody>
          <a:bodyPr wrap="square" lIns="0" tIns="0" rIns="0" bIns="0" rtlCol="0" anchor="t"/>
          <a:lstStyle/>
          <a:p>
            <a:pPr algn="l">
              <a:lnSpc>
                <a:spcPct val="100000"/>
              </a:lnSpc>
              <a:defRPr sz="1400">
                <a:solidFill>
                  <a:srgbClr val="11497B"/>
                </a:solidFill>
                <a:latin typeface="Grundfos TheSans Light"/>
                <a:ea typeface="Grundfos TheSans Light"/>
                <a:cs typeface="Grundfos TheSans Light"/>
              </a:defRPr>
            </a:pPr>
            <a:r>
              <a:rPr lang="fr-FR" sz="1400" noProof="0" dirty="0">
                <a:solidFill>
                  <a:srgbClr val="11497B"/>
                </a:solidFill>
              </a:rPr>
              <a:t>Coûts énergétiques à vie de la pompe</a:t>
            </a:r>
          </a:p>
        </p:txBody>
      </p:sp>
      <p:sp>
        <p:nvSpPr>
          <p:cNvPr id="1263609163" name="Text"/>
          <p:cNvSpPr>
            <a:spLocks noGrp="1"/>
          </p:cNvSpPr>
          <p:nvPr/>
        </p:nvSpPr>
        <p:spPr>
          <a:xfrm>
            <a:off x="13208000" y="5842000"/>
            <a:ext cx="1143000" cy="889000"/>
          </a:xfrm>
          <a:prstGeom prst="rect">
            <a:avLst/>
          </a:prstGeom>
        </p:spPr>
        <p:txBody>
          <a:bodyPr wrap="square" lIns="0" tIns="0" rIns="0" bIns="0" rtlCol="0" anchor="t"/>
          <a:lstStyle/>
          <a:p>
            <a:pPr algn="l">
              <a:lnSpc>
                <a:spcPct val="100000"/>
              </a:lnSpc>
              <a:defRPr sz="1400">
                <a:solidFill>
                  <a:srgbClr val="11497B"/>
                </a:solidFill>
                <a:latin typeface="Grundfos TheSans Light"/>
                <a:ea typeface="Grundfos TheSans Light"/>
                <a:cs typeface="Grundfos TheSans Light"/>
              </a:defRPr>
            </a:pPr>
            <a:r>
              <a:rPr lang="fr-FR" sz="1400" noProof="0" dirty="0">
                <a:solidFill>
                  <a:srgbClr val="11497B"/>
                </a:solidFill>
              </a:rPr>
              <a:t>Coûts maintenance de la pompe</a:t>
            </a:r>
          </a:p>
        </p:txBody>
      </p:sp>
      <p:sp>
        <p:nvSpPr>
          <p:cNvPr id="1013417358" name="Text"/>
          <p:cNvSpPr>
            <a:spLocks noGrp="1"/>
          </p:cNvSpPr>
          <p:nvPr/>
        </p:nvSpPr>
        <p:spPr>
          <a:xfrm>
            <a:off x="7620000" y="5715000"/>
            <a:ext cx="1016000" cy="762000"/>
          </a:xfrm>
          <a:prstGeom prst="rect">
            <a:avLst/>
          </a:prstGeom>
        </p:spPr>
        <p:txBody>
          <a:bodyPr wrap="square" lIns="0" tIns="0" rIns="0" bIns="0" rtlCol="0" anchor="t"/>
          <a:lstStyle/>
          <a:p>
            <a:pPr algn="l">
              <a:lnSpc>
                <a:spcPct val="100000"/>
              </a:lnSpc>
              <a:defRPr sz="1400">
                <a:solidFill>
                  <a:srgbClr val="11497B"/>
                </a:solidFill>
                <a:latin typeface="Grundfos TheSans Light"/>
                <a:ea typeface="Grundfos TheSans Light"/>
                <a:cs typeface="Grundfos TheSans Light"/>
              </a:defRPr>
            </a:pPr>
            <a:r>
              <a:rPr lang="fr-FR" sz="1400" noProof="0" dirty="0">
                <a:solidFill>
                  <a:srgbClr val="11497B"/>
                </a:solidFill>
              </a:rPr>
              <a:t>Coût d''achat pompe</a:t>
            </a:r>
          </a:p>
        </p:txBody>
      </p:sp>
      <p:pic>
        <p:nvPicPr>
          <p:cNvPr id="2" name="Picture">
            <a:extLst>
              <a:ext uri="{FF2B5EF4-FFF2-40B4-BE49-F238E27FC236}">
                <a16:creationId xmlns:a16="http://schemas.microsoft.com/office/drawing/2014/main" id="{6ECBEA5A-6548-2630-0EF8-160155C0D323}"/>
              </a:ext>
            </a:extLst>
          </p:cNvPr>
          <p:cNvPicPr>
            <a:picLocks noChangeAspect="1"/>
          </p:cNvPicPr>
          <p:nvPr/>
        </p:nvPicPr>
        <p:blipFill>
          <a:blip r:embed="rId3"/>
          <a:srcRect/>
          <a:stretch>
            <a:fillRect b="6896"/>
          </a:stretch>
        </p:blipFill>
        <p:spPr>
          <a:xfrm>
            <a:off x="15579305" y="246742"/>
            <a:ext cx="446897" cy="43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1BFC7-9556-AA32-C3FC-44E9E14956BB}"/>
            </a:ext>
          </a:extLst>
        </p:cNvPr>
        <p:cNvGrpSpPr/>
        <p:nvPr/>
      </p:nvGrpSpPr>
      <p:grpSpPr>
        <a:xfrm>
          <a:off x="0" y="0"/>
          <a:ext cx="0" cy="0"/>
          <a:chOff x="0" y="0"/>
          <a:chExt cx="0" cy="0"/>
        </a:xfrm>
      </p:grpSpPr>
      <p:sp>
        <p:nvSpPr>
          <p:cNvPr id="1583149123" name="Text">
            <a:extLst>
              <a:ext uri="{FF2B5EF4-FFF2-40B4-BE49-F238E27FC236}">
                <a16:creationId xmlns:a16="http://schemas.microsoft.com/office/drawing/2014/main" id="{6E774DB6-2470-F639-8D01-C9029DEC7929}"/>
              </a:ext>
            </a:extLst>
          </p:cNvPr>
          <p:cNvSpPr>
            <a:spLocks noGrp="1"/>
          </p:cNvSpPr>
          <p:nvPr/>
        </p:nvSpPr>
        <p:spPr>
          <a:xfrm>
            <a:off x="15862300" y="7743406"/>
            <a:ext cx="254000" cy="127000"/>
          </a:xfrm>
          <a:prstGeom prst="rect">
            <a:avLst/>
          </a:prstGeom>
        </p:spPr>
        <p:txBody>
          <a:bodyPr wrap="square" lIns="0" tIns="0" rIns="0" bIns="0" rtlCol="0" anchor="t"/>
          <a:lstStyle/>
          <a:p>
            <a:pPr algn="l">
              <a:lnSpc>
                <a:spcPct val="100000"/>
              </a:lnSpc>
              <a:defRPr sz="1400">
                <a:solidFill>
                  <a:srgbClr val="000000"/>
                </a:solidFill>
                <a:latin typeface="Grundfos TheSans Light"/>
                <a:ea typeface="Grundfos TheSans Light"/>
                <a:cs typeface="Grundfos TheSans Light"/>
              </a:defRPr>
            </a:pPr>
            <a:endParaRPr lang="fr-FR" noProof="0" dirty="0"/>
          </a:p>
        </p:txBody>
      </p:sp>
      <p:sp>
        <p:nvSpPr>
          <p:cNvPr id="664923931" name="Text">
            <a:extLst>
              <a:ext uri="{FF2B5EF4-FFF2-40B4-BE49-F238E27FC236}">
                <a16:creationId xmlns:a16="http://schemas.microsoft.com/office/drawing/2014/main" id="{D47FBE71-0D97-05F4-9BD5-3DB4F6DAD2F3}"/>
              </a:ext>
            </a:extLst>
          </p:cNvPr>
          <p:cNvSpPr>
            <a:spLocks noGrp="1"/>
          </p:cNvSpPr>
          <p:nvPr/>
        </p:nvSpPr>
        <p:spPr>
          <a:xfrm>
            <a:off x="762000" y="1562100"/>
            <a:ext cx="8001000" cy="2235200"/>
          </a:xfrm>
          <a:prstGeom prst="rect">
            <a:avLst/>
          </a:prstGeom>
        </p:spPr>
        <p:txBody>
          <a:bodyPr wrap="square" lIns="0" tIns="0" rIns="0" bIns="0" rtlCol="0" anchor="t"/>
          <a:lstStyle/>
          <a:p>
            <a:pPr algn="just">
              <a:lnSpc>
                <a:spcPct val="100000"/>
              </a:lnSpc>
              <a:defRPr sz="1400">
                <a:solidFill>
                  <a:srgbClr val="045790"/>
                </a:solidFill>
                <a:latin typeface="Grundfos TheSans SemiLight"/>
                <a:ea typeface="Grundfos TheSans SemiLight"/>
                <a:cs typeface="Grundfos TheSans SemiLight"/>
              </a:defRPr>
            </a:pPr>
            <a:r>
              <a:rPr lang="fr-FR" sz="1400" noProof="0" dirty="0">
                <a:solidFill>
                  <a:srgbClr val="045790"/>
                </a:solidFill>
              </a:rPr>
              <a:t>D’après les données recueillies lors de l’Energy Check nous avons calculé pour chaque pompe: les économies d’énergie potentielles, le prix d’achat de la nouvelle pompe et leur temps d’amortissement.</a:t>
            </a:r>
            <a:endParaRPr lang="fr-FR" sz="1400" dirty="0">
              <a:solidFill>
                <a:srgbClr val="045790"/>
              </a:solidFill>
            </a:endParaRPr>
          </a:p>
          <a:p>
            <a:pPr algn="just">
              <a:lnSpc>
                <a:spcPct val="100000"/>
              </a:lnSpc>
              <a:defRPr sz="1400">
                <a:solidFill>
                  <a:srgbClr val="045790"/>
                </a:solidFill>
                <a:latin typeface="Grundfos TheSans SemiLight"/>
                <a:ea typeface="Grundfos TheSans SemiLight"/>
                <a:cs typeface="Grundfos TheSans SemiLight"/>
              </a:defRPr>
            </a:pPr>
            <a:br>
              <a:rPr lang="fr-FR" noProof="0" dirty="0"/>
            </a:br>
            <a:r>
              <a:rPr lang="fr-FR" sz="1400" noProof="0" dirty="0">
                <a:solidFill>
                  <a:srgbClr val="045790"/>
                </a:solidFill>
              </a:rPr>
              <a:t>Pour un investissement de EUR $invest$ des économies d’énergie potentielles de $eco_nrj$ kWh/an peuvent être réalisé avec un temps d’amortissement de $roi$ années.</a:t>
            </a:r>
          </a:p>
          <a:p>
            <a:pPr algn="just">
              <a:lnSpc>
                <a:spcPct val="100000"/>
              </a:lnSpc>
              <a:defRPr sz="1400">
                <a:solidFill>
                  <a:srgbClr val="045790"/>
                </a:solidFill>
                <a:latin typeface="Grundfos TheSans SemiLight"/>
                <a:ea typeface="Grundfos TheSans SemiLight"/>
                <a:cs typeface="Grundfos TheSans SemiLight"/>
              </a:defRPr>
            </a:pPr>
            <a:br>
              <a:rPr lang="fr-FR" noProof="0" dirty="0"/>
            </a:br>
            <a:r>
              <a:rPr lang="fr-FR" sz="1400" noProof="0" dirty="0">
                <a:solidFill>
                  <a:srgbClr val="045790"/>
                </a:solidFill>
              </a:rPr>
              <a:t>Plus de détails sont présentés ci-dessous :</a:t>
            </a:r>
          </a:p>
        </p:txBody>
      </p:sp>
      <p:sp>
        <p:nvSpPr>
          <p:cNvPr id="2019092976" name="Text">
            <a:extLst>
              <a:ext uri="{FF2B5EF4-FFF2-40B4-BE49-F238E27FC236}">
                <a16:creationId xmlns:a16="http://schemas.microsoft.com/office/drawing/2014/main" id="{8DBF9207-6EDC-06D1-D6F9-3D146BA7C015}"/>
              </a:ext>
            </a:extLst>
          </p:cNvPr>
          <p:cNvSpPr>
            <a:spLocks noGrp="1"/>
          </p:cNvSpPr>
          <p:nvPr/>
        </p:nvSpPr>
        <p:spPr>
          <a:xfrm>
            <a:off x="9579429" y="2528554"/>
            <a:ext cx="6435271" cy="342900"/>
          </a:xfrm>
          <a:prstGeom prst="rect">
            <a:avLst/>
          </a:prstGeom>
          <a:solidFill>
            <a:srgbClr val="B0CDD9"/>
          </a:solidFill>
        </p:spPr>
        <p:txBody>
          <a:bodyPr wrap="square" lIns="0" tIns="0" rIns="0" bIns="0" rtlCol="0" anchor="ctr"/>
          <a:lstStyle/>
          <a:p>
            <a:pPr algn="l">
              <a:lnSpc>
                <a:spcPct val="100000"/>
              </a:lnSpc>
              <a:defRPr sz="1600" b="1">
                <a:solidFill>
                  <a:srgbClr val="045790"/>
                </a:solidFill>
                <a:latin typeface="Grundfos TheSans ExtraBold"/>
                <a:ea typeface="Grundfos TheSans ExtraBold"/>
                <a:cs typeface="Grundfos TheSans ExtraBold"/>
              </a:defRPr>
            </a:pPr>
            <a:r>
              <a:rPr lang="fr-FR" sz="1600" b="1" noProof="0" dirty="0">
                <a:solidFill>
                  <a:srgbClr val="045790"/>
                </a:solidFill>
              </a:rPr>
              <a:t>Données de la pompe $pump1$</a:t>
            </a:r>
          </a:p>
        </p:txBody>
      </p:sp>
      <p:sp>
        <p:nvSpPr>
          <p:cNvPr id="359057738" name="Text">
            <a:extLst>
              <a:ext uri="{FF2B5EF4-FFF2-40B4-BE49-F238E27FC236}">
                <a16:creationId xmlns:a16="http://schemas.microsoft.com/office/drawing/2014/main" id="{30BAC4DD-60F7-12BF-401E-7E1C3FFBD21C}"/>
              </a:ext>
            </a:extLst>
          </p:cNvPr>
          <p:cNvSpPr>
            <a:spLocks noGrp="1"/>
          </p:cNvSpPr>
          <p:nvPr/>
        </p:nvSpPr>
        <p:spPr>
          <a:xfrm>
            <a:off x="9579429" y="2880979"/>
            <a:ext cx="4416362"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Point de fonctionnement retenu (m</a:t>
            </a:r>
            <a:r>
              <a:rPr lang="fr-FR" sz="1400" baseline="30000" noProof="0" dirty="0">
                <a:solidFill>
                  <a:srgbClr val="045790"/>
                </a:solidFill>
              </a:rPr>
              <a:t>3</a:t>
            </a:r>
            <a:r>
              <a:rPr lang="fr-FR" sz="1400" noProof="0" dirty="0">
                <a:solidFill>
                  <a:srgbClr val="045790"/>
                </a:solidFill>
              </a:rPr>
              <a:t>/h – mce)</a:t>
            </a:r>
          </a:p>
        </p:txBody>
      </p:sp>
      <p:sp>
        <p:nvSpPr>
          <p:cNvPr id="254354496" name="Text">
            <a:extLst>
              <a:ext uri="{FF2B5EF4-FFF2-40B4-BE49-F238E27FC236}">
                <a16:creationId xmlns:a16="http://schemas.microsoft.com/office/drawing/2014/main" id="{7E48F1D6-2701-53C9-B446-1CC43E6C2A00}"/>
              </a:ext>
            </a:extLst>
          </p:cNvPr>
          <p:cNvSpPr>
            <a:spLocks noGrp="1"/>
          </p:cNvSpPr>
          <p:nvPr/>
        </p:nvSpPr>
        <p:spPr>
          <a:xfrm>
            <a:off x="14185900" y="2871454"/>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$q_h1$</a:t>
            </a:r>
            <a:endParaRPr lang="fr-FR" sz="1400" noProof="0" dirty="0">
              <a:solidFill>
                <a:srgbClr val="045790"/>
              </a:solidFill>
            </a:endParaRPr>
          </a:p>
        </p:txBody>
      </p:sp>
      <p:sp>
        <p:nvSpPr>
          <p:cNvPr id="1443556742" name="Text">
            <a:extLst>
              <a:ext uri="{FF2B5EF4-FFF2-40B4-BE49-F238E27FC236}">
                <a16:creationId xmlns:a16="http://schemas.microsoft.com/office/drawing/2014/main" id="{BD89CA6E-ED75-2B5D-236A-2E845996602E}"/>
              </a:ext>
            </a:extLst>
          </p:cNvPr>
          <p:cNvSpPr>
            <a:spLocks noGrp="1"/>
          </p:cNvSpPr>
          <p:nvPr/>
        </p:nvSpPr>
        <p:spPr>
          <a:xfrm>
            <a:off x="9580335" y="3244794"/>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Rendement global retenu</a:t>
            </a:r>
          </a:p>
        </p:txBody>
      </p:sp>
      <p:sp>
        <p:nvSpPr>
          <p:cNvPr id="1735402635" name="Text">
            <a:extLst>
              <a:ext uri="{FF2B5EF4-FFF2-40B4-BE49-F238E27FC236}">
                <a16:creationId xmlns:a16="http://schemas.microsoft.com/office/drawing/2014/main" id="{2095176D-11B1-C1F8-F7B9-51AA9AC90CA2}"/>
              </a:ext>
            </a:extLst>
          </p:cNvPr>
          <p:cNvSpPr>
            <a:spLocks noGrp="1"/>
          </p:cNvSpPr>
          <p:nvPr/>
        </p:nvSpPr>
        <p:spPr>
          <a:xfrm>
            <a:off x="14160500" y="3276547"/>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$eff1$</a:t>
            </a:r>
            <a:endParaRPr lang="fr-FR" sz="1400" noProof="0" dirty="0">
              <a:solidFill>
                <a:srgbClr val="045790"/>
              </a:solidFill>
            </a:endParaRPr>
          </a:p>
        </p:txBody>
      </p:sp>
      <p:sp>
        <p:nvSpPr>
          <p:cNvPr id="1936676538" name="Text">
            <a:extLst>
              <a:ext uri="{FF2B5EF4-FFF2-40B4-BE49-F238E27FC236}">
                <a16:creationId xmlns:a16="http://schemas.microsoft.com/office/drawing/2014/main" id="{17CDFF17-F835-3280-324B-B96D5F78FB73}"/>
              </a:ext>
            </a:extLst>
          </p:cNvPr>
          <p:cNvSpPr>
            <a:spLocks noGrp="1"/>
          </p:cNvSpPr>
          <p:nvPr/>
        </p:nvSpPr>
        <p:spPr>
          <a:xfrm>
            <a:off x="9579429" y="1006713"/>
            <a:ext cx="6435271" cy="342900"/>
          </a:xfrm>
          <a:prstGeom prst="rect">
            <a:avLst/>
          </a:prstGeom>
          <a:solidFill>
            <a:srgbClr val="B0CDD9"/>
          </a:solidFill>
        </p:spPr>
        <p:txBody>
          <a:bodyPr wrap="square" lIns="0" tIns="0" rIns="0" bIns="0" rtlCol="0" anchor="ctr"/>
          <a:lstStyle/>
          <a:p>
            <a:pPr algn="l">
              <a:lnSpc>
                <a:spcPct val="100000"/>
              </a:lnSpc>
              <a:defRPr sz="1600" b="1">
                <a:solidFill>
                  <a:srgbClr val="045790"/>
                </a:solidFill>
                <a:latin typeface="Grundfos TheSans ExtraBold"/>
                <a:ea typeface="Grundfos TheSans ExtraBold"/>
                <a:cs typeface="Grundfos TheSans ExtraBold"/>
              </a:defRPr>
            </a:pPr>
            <a:r>
              <a:rPr lang="fr-FR" sz="1600" b="1" noProof="0" dirty="0">
                <a:solidFill>
                  <a:srgbClr val="045790"/>
                </a:solidFill>
              </a:rPr>
              <a:t>Données générales</a:t>
            </a:r>
          </a:p>
        </p:txBody>
      </p:sp>
      <p:sp>
        <p:nvSpPr>
          <p:cNvPr id="312936587" name="Text">
            <a:extLst>
              <a:ext uri="{FF2B5EF4-FFF2-40B4-BE49-F238E27FC236}">
                <a16:creationId xmlns:a16="http://schemas.microsoft.com/office/drawing/2014/main" id="{4ADD30D0-DEEF-9147-DD1F-D885EA019F8D}"/>
              </a:ext>
            </a:extLst>
          </p:cNvPr>
          <p:cNvSpPr>
            <a:spLocks noGrp="1"/>
          </p:cNvSpPr>
          <p:nvPr/>
        </p:nvSpPr>
        <p:spPr>
          <a:xfrm>
            <a:off x="9579429" y="1359138"/>
            <a:ext cx="40005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Prix du kWh (EUR)</a:t>
            </a:r>
          </a:p>
        </p:txBody>
      </p:sp>
      <p:sp>
        <p:nvSpPr>
          <p:cNvPr id="337766206" name="Text">
            <a:extLst>
              <a:ext uri="{FF2B5EF4-FFF2-40B4-BE49-F238E27FC236}">
                <a16:creationId xmlns:a16="http://schemas.microsoft.com/office/drawing/2014/main" id="{B3B2EEF2-66BF-1FE3-3FC1-BAC8A77E97B6}"/>
              </a:ext>
            </a:extLst>
          </p:cNvPr>
          <p:cNvSpPr>
            <a:spLocks noGrp="1"/>
          </p:cNvSpPr>
          <p:nvPr/>
        </p:nvSpPr>
        <p:spPr>
          <a:xfrm>
            <a:off x="14185900" y="1692513"/>
            <a:ext cx="1828800" cy="342900"/>
          </a:xfrm>
          <a:prstGeom prst="rect">
            <a:avLst/>
          </a:prstGeom>
        </p:spPr>
        <p:txBody>
          <a:bodyPr wrap="square" lIns="0" tIns="0" rIns="0" bIns="0" rtlCol="0" anchor="ctr"/>
          <a:lstStyle/>
          <a:p>
            <a:pPr>
              <a:defRPr sz="1400">
                <a:solidFill>
                  <a:srgbClr val="045790"/>
                </a:solidFill>
                <a:latin typeface="Grundfos TheSans Light"/>
                <a:ea typeface="Grundfos TheSans Light"/>
                <a:cs typeface="Grundfos TheSans Light"/>
              </a:defRPr>
            </a:pPr>
            <a:r>
              <a:rPr lang="fr-FR" sz="1400" dirty="0">
                <a:solidFill>
                  <a:srgbClr val="045790"/>
                </a:solidFill>
              </a:rPr>
              <a:t>$eff_loss$</a:t>
            </a:r>
            <a:endParaRPr lang="fr-FR" sz="1400" noProof="0" dirty="0">
              <a:solidFill>
                <a:srgbClr val="045790"/>
              </a:solidFill>
            </a:endParaRPr>
          </a:p>
        </p:txBody>
      </p:sp>
      <p:sp>
        <p:nvSpPr>
          <p:cNvPr id="1037345221" name="Text">
            <a:extLst>
              <a:ext uri="{FF2B5EF4-FFF2-40B4-BE49-F238E27FC236}">
                <a16:creationId xmlns:a16="http://schemas.microsoft.com/office/drawing/2014/main" id="{C23172C7-5F82-198E-782C-9AA59CD1C528}"/>
              </a:ext>
            </a:extLst>
          </p:cNvPr>
          <p:cNvSpPr>
            <a:spLocks noGrp="1"/>
          </p:cNvSpPr>
          <p:nvPr/>
        </p:nvSpPr>
        <p:spPr>
          <a:xfrm>
            <a:off x="14185900" y="1349613"/>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$nrj_cost$</a:t>
            </a:r>
          </a:p>
        </p:txBody>
      </p:sp>
      <p:sp>
        <p:nvSpPr>
          <p:cNvPr id="1956838564" name="Text">
            <a:extLst>
              <a:ext uri="{FF2B5EF4-FFF2-40B4-BE49-F238E27FC236}">
                <a16:creationId xmlns:a16="http://schemas.microsoft.com/office/drawing/2014/main" id="{6019A17A-ABAD-DDE9-FFB6-B38A19A328BA}"/>
              </a:ext>
            </a:extLst>
          </p:cNvPr>
          <p:cNvSpPr>
            <a:spLocks noGrp="1"/>
          </p:cNvSpPr>
          <p:nvPr/>
        </p:nvSpPr>
        <p:spPr>
          <a:xfrm>
            <a:off x="9579429" y="1702038"/>
            <a:ext cx="40005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Perte de rendement annuelle (%)</a:t>
            </a:r>
          </a:p>
        </p:txBody>
      </p:sp>
      <p:sp>
        <p:nvSpPr>
          <p:cNvPr id="991728684" name="Text">
            <a:extLst>
              <a:ext uri="{FF2B5EF4-FFF2-40B4-BE49-F238E27FC236}">
                <a16:creationId xmlns:a16="http://schemas.microsoft.com/office/drawing/2014/main" id="{C6104BE7-A5CD-FDF6-1992-8ED830729871}"/>
              </a:ext>
            </a:extLst>
          </p:cNvPr>
          <p:cNvSpPr>
            <a:spLocks noGrp="1"/>
          </p:cNvSpPr>
          <p:nvPr/>
        </p:nvSpPr>
        <p:spPr>
          <a:xfrm>
            <a:off x="9579429" y="2055199"/>
            <a:ext cx="40005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Taux de CO2 (g/kWh)</a:t>
            </a:r>
          </a:p>
        </p:txBody>
      </p:sp>
      <p:sp>
        <p:nvSpPr>
          <p:cNvPr id="1363407621" name="Text">
            <a:extLst>
              <a:ext uri="{FF2B5EF4-FFF2-40B4-BE49-F238E27FC236}">
                <a16:creationId xmlns:a16="http://schemas.microsoft.com/office/drawing/2014/main" id="{788617F5-29C2-E0C5-AAF8-1C4CF1EF209A}"/>
              </a:ext>
            </a:extLst>
          </p:cNvPr>
          <p:cNvSpPr>
            <a:spLocks noGrp="1"/>
          </p:cNvSpPr>
          <p:nvPr/>
        </p:nvSpPr>
        <p:spPr>
          <a:xfrm>
            <a:off x="14185900" y="2058828"/>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69.0</a:t>
            </a:r>
          </a:p>
        </p:txBody>
      </p:sp>
      <p:pic>
        <p:nvPicPr>
          <p:cNvPr id="1364824471" name="Picture">
            <a:extLst>
              <a:ext uri="{FF2B5EF4-FFF2-40B4-BE49-F238E27FC236}">
                <a16:creationId xmlns:a16="http://schemas.microsoft.com/office/drawing/2014/main" id="{15B820BE-A627-1B20-D444-51267FC84EBD}"/>
              </a:ext>
            </a:extLst>
          </p:cNvPr>
          <p:cNvPicPr>
            <a:picLocks noChangeAspect="1"/>
          </p:cNvPicPr>
          <p:nvPr/>
        </p:nvPicPr>
        <p:blipFill>
          <a:blip r:embed="rId2"/>
          <a:srcRect/>
          <a:stretch>
            <a:fillRect r="7500"/>
          </a:stretch>
        </p:blipFill>
        <p:spPr>
          <a:xfrm>
            <a:off x="4147457" y="3987800"/>
            <a:ext cx="1016000" cy="1333500"/>
          </a:xfrm>
          <a:prstGeom prst="rect">
            <a:avLst/>
          </a:prstGeom>
        </p:spPr>
      </p:pic>
      <p:sp>
        <p:nvSpPr>
          <p:cNvPr id="1332050490" name="Text">
            <a:extLst>
              <a:ext uri="{FF2B5EF4-FFF2-40B4-BE49-F238E27FC236}">
                <a16:creationId xmlns:a16="http://schemas.microsoft.com/office/drawing/2014/main" id="{497AC074-6083-2938-8900-C9B8BA260E98}"/>
              </a:ext>
            </a:extLst>
          </p:cNvPr>
          <p:cNvSpPr>
            <a:spLocks noGrp="1"/>
          </p:cNvSpPr>
          <p:nvPr/>
        </p:nvSpPr>
        <p:spPr>
          <a:xfrm>
            <a:off x="762000" y="508000"/>
            <a:ext cx="9017000" cy="762000"/>
          </a:xfrm>
          <a:prstGeom prst="rect">
            <a:avLst/>
          </a:prstGeom>
        </p:spPr>
        <p:txBody>
          <a:bodyPr wrap="square" lIns="0" tIns="0" rIns="0" bIns="0" rtlCol="0" anchor="t"/>
          <a:lstStyle/>
          <a:p>
            <a:pPr algn="l">
              <a:lnSpc>
                <a:spcPct val="100000"/>
              </a:lnSpc>
              <a:defRPr sz="2600">
                <a:solidFill>
                  <a:srgbClr val="11497B"/>
                </a:solidFill>
                <a:latin typeface="Grundfos TheSans ExtraBold"/>
                <a:ea typeface="Grundfos TheSans ExtraBold"/>
                <a:cs typeface="Grundfos TheSans ExtraBold"/>
              </a:defRPr>
            </a:pPr>
            <a:r>
              <a:rPr lang="fr-FR" sz="2600" noProof="0" dirty="0">
                <a:solidFill>
                  <a:srgbClr val="11497B"/>
                </a:solidFill>
                <a:latin typeface="Grundfos TheSans Extd Black" panose="020B0805050302020203" pitchFamily="34" charset="0"/>
              </a:rPr>
              <a:t>Répartition des économies potentielles</a:t>
            </a:r>
          </a:p>
        </p:txBody>
      </p:sp>
      <p:sp>
        <p:nvSpPr>
          <p:cNvPr id="2077036016" name="Frame">
            <a:extLst>
              <a:ext uri="{FF2B5EF4-FFF2-40B4-BE49-F238E27FC236}">
                <a16:creationId xmlns:a16="http://schemas.microsoft.com/office/drawing/2014/main" id="{8EB8C3E8-1F2B-9FA3-67F6-36BF73BD623D}"/>
              </a:ext>
            </a:extLst>
          </p:cNvPr>
          <p:cNvSpPr>
            <a:spLocks noGrp="1"/>
          </p:cNvSpPr>
          <p:nvPr/>
        </p:nvSpPr>
        <p:spPr>
          <a:xfrm>
            <a:off x="1480457" y="5334000"/>
            <a:ext cx="6337300" cy="2933700"/>
          </a:xfrm>
          <a:prstGeom prst="rect">
            <a:avLst/>
          </a:prstGeom>
        </p:spPr>
        <p:txBody>
          <a:bodyPr rtlCol="0" anchor="ctr"/>
          <a:lstStyle/>
          <a:p>
            <a:pPr algn="ctr"/>
            <a:endParaRPr lang="fr-FR" noProof="0" dirty="0"/>
          </a:p>
        </p:txBody>
      </p:sp>
      <p:sp>
        <p:nvSpPr>
          <p:cNvPr id="1397638927" name="Text">
            <a:extLst>
              <a:ext uri="{FF2B5EF4-FFF2-40B4-BE49-F238E27FC236}">
                <a16:creationId xmlns:a16="http://schemas.microsoft.com/office/drawing/2014/main" id="{8136ED18-B1AB-F879-6B56-F057A4B86B22}"/>
              </a:ext>
            </a:extLst>
          </p:cNvPr>
          <p:cNvSpPr>
            <a:spLocks noGrp="1"/>
          </p:cNvSpPr>
          <p:nvPr/>
        </p:nvSpPr>
        <p:spPr>
          <a:xfrm>
            <a:off x="1467757" y="58420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$eco_euros$</a:t>
            </a:r>
          </a:p>
        </p:txBody>
      </p:sp>
      <p:sp>
        <p:nvSpPr>
          <p:cNvPr id="941315203" name="Text">
            <a:extLst>
              <a:ext uri="{FF2B5EF4-FFF2-40B4-BE49-F238E27FC236}">
                <a16:creationId xmlns:a16="http://schemas.microsoft.com/office/drawing/2014/main" id="{3C0874E3-45FA-87E2-6F3E-C6532B6E4199}"/>
              </a:ext>
            </a:extLst>
          </p:cNvPr>
          <p:cNvSpPr>
            <a:spLocks noGrp="1"/>
          </p:cNvSpPr>
          <p:nvPr/>
        </p:nvSpPr>
        <p:spPr>
          <a:xfrm>
            <a:off x="1467757" y="5334000"/>
            <a:ext cx="2921000" cy="508000"/>
          </a:xfrm>
          <a:prstGeom prst="rect">
            <a:avLst/>
          </a:prstGeom>
          <a:solidFill>
            <a:srgbClr val="E1ECF8"/>
          </a:solidFill>
        </p:spPr>
        <p:txBody>
          <a:bodyPr wrap="square" lIns="0" tIns="0" rIns="0" bIns="0" rtlCol="0" anchor="ctr"/>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Economies annuelles (EUR)</a:t>
            </a:r>
          </a:p>
        </p:txBody>
      </p:sp>
      <p:sp>
        <p:nvSpPr>
          <p:cNvPr id="172589372" name="Text">
            <a:extLst>
              <a:ext uri="{FF2B5EF4-FFF2-40B4-BE49-F238E27FC236}">
                <a16:creationId xmlns:a16="http://schemas.microsoft.com/office/drawing/2014/main" id="{565C619B-8DD7-7325-CC55-4422F7692CC6}"/>
              </a:ext>
            </a:extLst>
          </p:cNvPr>
          <p:cNvSpPr>
            <a:spLocks noGrp="1"/>
          </p:cNvSpPr>
          <p:nvPr/>
        </p:nvSpPr>
        <p:spPr>
          <a:xfrm>
            <a:off x="1467757" y="6921500"/>
            <a:ext cx="2921000" cy="508000"/>
          </a:xfrm>
          <a:prstGeom prst="rect">
            <a:avLst/>
          </a:prstGeom>
          <a:solidFill>
            <a:srgbClr val="E1ECF8"/>
          </a:solidFill>
        </p:spPr>
        <p:txBody>
          <a:bodyPr wrap="square" lIns="0" tIns="0" rIns="0" bIns="0" rtlCol="0" anchor="ctr"/>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Temps de retour [ANS]</a:t>
            </a:r>
          </a:p>
        </p:txBody>
      </p:sp>
      <p:sp>
        <p:nvSpPr>
          <p:cNvPr id="1606651754" name="Text">
            <a:extLst>
              <a:ext uri="{FF2B5EF4-FFF2-40B4-BE49-F238E27FC236}">
                <a16:creationId xmlns:a16="http://schemas.microsoft.com/office/drawing/2014/main" id="{A183CDF7-B802-605A-0DE8-68B7DB18F238}"/>
              </a:ext>
            </a:extLst>
          </p:cNvPr>
          <p:cNvSpPr>
            <a:spLocks noGrp="1"/>
          </p:cNvSpPr>
          <p:nvPr/>
        </p:nvSpPr>
        <p:spPr>
          <a:xfrm>
            <a:off x="1467757" y="74295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$roi$</a:t>
            </a:r>
          </a:p>
        </p:txBody>
      </p:sp>
      <p:sp>
        <p:nvSpPr>
          <p:cNvPr id="536652100" name="Text">
            <a:extLst>
              <a:ext uri="{FF2B5EF4-FFF2-40B4-BE49-F238E27FC236}">
                <a16:creationId xmlns:a16="http://schemas.microsoft.com/office/drawing/2014/main" id="{78CF9D48-8ED7-6283-9FF5-F453476100A4}"/>
              </a:ext>
            </a:extLst>
          </p:cNvPr>
          <p:cNvSpPr>
            <a:spLocks noGrp="1"/>
          </p:cNvSpPr>
          <p:nvPr/>
        </p:nvSpPr>
        <p:spPr>
          <a:xfrm>
            <a:off x="4884057" y="74295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$eco_co2$</a:t>
            </a:r>
          </a:p>
        </p:txBody>
      </p:sp>
      <p:sp>
        <p:nvSpPr>
          <p:cNvPr id="80527300" name="Text">
            <a:extLst>
              <a:ext uri="{FF2B5EF4-FFF2-40B4-BE49-F238E27FC236}">
                <a16:creationId xmlns:a16="http://schemas.microsoft.com/office/drawing/2014/main" id="{18C1E3A4-7267-6437-B0D2-3FEF2EEB972D}"/>
              </a:ext>
            </a:extLst>
          </p:cNvPr>
          <p:cNvSpPr>
            <a:spLocks noGrp="1"/>
          </p:cNvSpPr>
          <p:nvPr/>
        </p:nvSpPr>
        <p:spPr>
          <a:xfrm>
            <a:off x="4884057" y="6921500"/>
            <a:ext cx="2921000" cy="508000"/>
          </a:xfrm>
          <a:prstGeom prst="rect">
            <a:avLst/>
          </a:prstGeom>
          <a:solidFill>
            <a:srgbClr val="E1ECF8"/>
          </a:solidFill>
        </p:spPr>
        <p:txBody>
          <a:bodyPr wrap="square" lIns="0" tIns="0" rIns="0" bIns="0" rtlCol="0" anchor="ctr"/>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REDUCTION D’EMISSION (CO2 T/AN)</a:t>
            </a:r>
          </a:p>
        </p:txBody>
      </p:sp>
      <p:sp>
        <p:nvSpPr>
          <p:cNvPr id="507633490" name="Text">
            <a:extLst>
              <a:ext uri="{FF2B5EF4-FFF2-40B4-BE49-F238E27FC236}">
                <a16:creationId xmlns:a16="http://schemas.microsoft.com/office/drawing/2014/main" id="{64AFD8D4-467A-722B-8A10-5F52EA4DEAA5}"/>
              </a:ext>
            </a:extLst>
          </p:cNvPr>
          <p:cNvSpPr>
            <a:spLocks noGrp="1"/>
          </p:cNvSpPr>
          <p:nvPr/>
        </p:nvSpPr>
        <p:spPr>
          <a:xfrm>
            <a:off x="4884057" y="5842000"/>
            <a:ext cx="2921000" cy="838200"/>
          </a:xfrm>
          <a:prstGeom prst="rect">
            <a:avLst/>
          </a:prstGeom>
          <a:solidFill>
            <a:srgbClr val="E1ECF8"/>
          </a:solidFill>
        </p:spPr>
        <p:txBody>
          <a:bodyPr wrap="square" lIns="0" tIns="0" rIns="0" bIns="0" rtlCol="0" anchor="ctr"/>
          <a:lstStyle/>
          <a:p>
            <a:pPr algn="ctr">
              <a:lnSpc>
                <a:spcPct val="100000"/>
              </a:lnSpc>
              <a:defRPr sz="2800">
                <a:solidFill>
                  <a:srgbClr val="045790"/>
                </a:solidFill>
                <a:latin typeface="Grundfos TheSans Extd Black"/>
                <a:ea typeface="Grundfos TheSans Extd Black"/>
                <a:cs typeface="Grundfos TheSans Extd Black"/>
              </a:defRPr>
            </a:pPr>
            <a:r>
              <a:rPr lang="fr-FR" sz="2800" noProof="0" dirty="0"/>
              <a:t>$eco_nrj$</a:t>
            </a:r>
          </a:p>
        </p:txBody>
      </p:sp>
      <p:sp>
        <p:nvSpPr>
          <p:cNvPr id="1991020546" name="Text">
            <a:extLst>
              <a:ext uri="{FF2B5EF4-FFF2-40B4-BE49-F238E27FC236}">
                <a16:creationId xmlns:a16="http://schemas.microsoft.com/office/drawing/2014/main" id="{0C3A0F9A-8132-745A-AF71-05B896452F94}"/>
              </a:ext>
            </a:extLst>
          </p:cNvPr>
          <p:cNvSpPr>
            <a:spLocks noGrp="1"/>
          </p:cNvSpPr>
          <p:nvPr/>
        </p:nvSpPr>
        <p:spPr>
          <a:xfrm>
            <a:off x="4884057" y="5334000"/>
            <a:ext cx="2921000" cy="508000"/>
          </a:xfrm>
          <a:prstGeom prst="rect">
            <a:avLst/>
          </a:prstGeom>
          <a:solidFill>
            <a:srgbClr val="E1ECF8"/>
          </a:solidFill>
        </p:spPr>
        <p:txBody>
          <a:bodyPr wrap="square" lIns="0" tIns="0" rIns="0" bIns="0" rtlCol="0" anchor="ctr"/>
          <a:lstStyle/>
          <a:p>
            <a:pPr algn="ctr">
              <a:lnSpc>
                <a:spcPct val="100000"/>
              </a:lnSpc>
              <a:defRPr sz="1400" b="1">
                <a:solidFill>
                  <a:srgbClr val="004579"/>
                </a:solidFill>
                <a:latin typeface="Grundfos TheSans"/>
                <a:ea typeface="Grundfos TheSans"/>
                <a:cs typeface="Grundfos TheSans"/>
              </a:defRPr>
            </a:pPr>
            <a:r>
              <a:rPr lang="fr-FR" sz="1400" b="1" noProof="0" dirty="0">
                <a:solidFill>
                  <a:srgbClr val="004579"/>
                </a:solidFill>
              </a:rPr>
              <a:t>Economies d’énergie[kWh/AN]</a:t>
            </a:r>
          </a:p>
        </p:txBody>
      </p:sp>
      <p:sp>
        <p:nvSpPr>
          <p:cNvPr id="992129068" name="Frame">
            <a:extLst>
              <a:ext uri="{FF2B5EF4-FFF2-40B4-BE49-F238E27FC236}">
                <a16:creationId xmlns:a16="http://schemas.microsoft.com/office/drawing/2014/main" id="{FA53FFE4-721F-B001-50AF-BF313A5CE909}"/>
              </a:ext>
            </a:extLst>
          </p:cNvPr>
          <p:cNvSpPr>
            <a:spLocks noGrp="1"/>
          </p:cNvSpPr>
          <p:nvPr/>
        </p:nvSpPr>
        <p:spPr>
          <a:xfrm>
            <a:off x="10185400" y="5618671"/>
            <a:ext cx="5829300" cy="3086100"/>
          </a:xfrm>
          <a:prstGeom prst="rect">
            <a:avLst/>
          </a:prstGeom>
        </p:spPr>
        <p:txBody>
          <a:bodyPr rtlCol="0" anchor="ctr"/>
          <a:lstStyle/>
          <a:p>
            <a:pPr algn="ctr"/>
            <a:endParaRPr lang="fr-FR" noProof="0" dirty="0"/>
          </a:p>
        </p:txBody>
      </p:sp>
      <p:sp>
        <p:nvSpPr>
          <p:cNvPr id="1650210568" name="Text">
            <a:extLst>
              <a:ext uri="{FF2B5EF4-FFF2-40B4-BE49-F238E27FC236}">
                <a16:creationId xmlns:a16="http://schemas.microsoft.com/office/drawing/2014/main" id="{CF9C0E84-053C-FCEB-193C-C4FD4D268F36}"/>
              </a:ext>
            </a:extLst>
          </p:cNvPr>
          <p:cNvSpPr>
            <a:spLocks noGrp="1"/>
          </p:cNvSpPr>
          <p:nvPr/>
        </p:nvSpPr>
        <p:spPr>
          <a:xfrm>
            <a:off x="9592129" y="6676606"/>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Nouvelle pompe (EUR)</a:t>
            </a:r>
          </a:p>
        </p:txBody>
      </p:sp>
      <p:sp>
        <p:nvSpPr>
          <p:cNvPr id="337715371" name="Text">
            <a:extLst>
              <a:ext uri="{FF2B5EF4-FFF2-40B4-BE49-F238E27FC236}">
                <a16:creationId xmlns:a16="http://schemas.microsoft.com/office/drawing/2014/main" id="{A138943D-ECD9-5555-52DF-53176E9B9176}"/>
              </a:ext>
            </a:extLst>
          </p:cNvPr>
          <p:cNvSpPr>
            <a:spLocks noGrp="1"/>
          </p:cNvSpPr>
          <p:nvPr/>
        </p:nvSpPr>
        <p:spPr>
          <a:xfrm>
            <a:off x="14185900" y="6676606"/>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$invest$</a:t>
            </a:r>
          </a:p>
        </p:txBody>
      </p:sp>
      <p:sp>
        <p:nvSpPr>
          <p:cNvPr id="182961376" name="Text">
            <a:extLst>
              <a:ext uri="{FF2B5EF4-FFF2-40B4-BE49-F238E27FC236}">
                <a16:creationId xmlns:a16="http://schemas.microsoft.com/office/drawing/2014/main" id="{8F8077E9-2022-70B2-34DA-F41840F347C3}"/>
              </a:ext>
            </a:extLst>
          </p:cNvPr>
          <p:cNvSpPr>
            <a:spLocks noGrp="1"/>
          </p:cNvSpPr>
          <p:nvPr/>
        </p:nvSpPr>
        <p:spPr>
          <a:xfrm>
            <a:off x="9579429" y="6333706"/>
            <a:ext cx="6435271" cy="342900"/>
          </a:xfrm>
          <a:prstGeom prst="rect">
            <a:avLst/>
          </a:prstGeom>
          <a:solidFill>
            <a:srgbClr val="B0CDD9"/>
          </a:solidFill>
        </p:spPr>
        <p:txBody>
          <a:bodyPr wrap="square" lIns="0" tIns="0" rIns="0" bIns="0" rtlCol="0" anchor="ctr"/>
          <a:lstStyle/>
          <a:p>
            <a:pPr algn="l">
              <a:lnSpc>
                <a:spcPct val="100000"/>
              </a:lnSpc>
              <a:defRPr sz="1600" b="1">
                <a:solidFill>
                  <a:srgbClr val="045790"/>
                </a:solidFill>
                <a:latin typeface="Grundfos TheSans ExtraBold"/>
                <a:ea typeface="Grundfos TheSans ExtraBold"/>
                <a:cs typeface="Grundfos TheSans ExtraBold"/>
              </a:defRPr>
            </a:pPr>
            <a:r>
              <a:rPr lang="fr-FR" sz="1600" b="1" noProof="0" dirty="0">
                <a:solidFill>
                  <a:srgbClr val="045790"/>
                </a:solidFill>
              </a:rPr>
              <a:t>Données financières</a:t>
            </a:r>
          </a:p>
        </p:txBody>
      </p:sp>
      <p:sp>
        <p:nvSpPr>
          <p:cNvPr id="1982747575" name="Text">
            <a:extLst>
              <a:ext uri="{FF2B5EF4-FFF2-40B4-BE49-F238E27FC236}">
                <a16:creationId xmlns:a16="http://schemas.microsoft.com/office/drawing/2014/main" id="{27D71D5B-CC90-CB6F-5419-5B08ACBF5A5F}"/>
              </a:ext>
            </a:extLst>
          </p:cNvPr>
          <p:cNvSpPr>
            <a:spLocks noGrp="1"/>
          </p:cNvSpPr>
          <p:nvPr/>
        </p:nvSpPr>
        <p:spPr>
          <a:xfrm>
            <a:off x="14185900" y="7019506"/>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0,00</a:t>
            </a:r>
          </a:p>
        </p:txBody>
      </p:sp>
      <p:sp>
        <p:nvSpPr>
          <p:cNvPr id="1534742526" name="Text">
            <a:extLst>
              <a:ext uri="{FF2B5EF4-FFF2-40B4-BE49-F238E27FC236}">
                <a16:creationId xmlns:a16="http://schemas.microsoft.com/office/drawing/2014/main" id="{9079336E-C7F8-EFCD-CE40-BB93319C574E}"/>
              </a:ext>
            </a:extLst>
          </p:cNvPr>
          <p:cNvSpPr>
            <a:spLocks noGrp="1"/>
          </p:cNvSpPr>
          <p:nvPr/>
        </p:nvSpPr>
        <p:spPr>
          <a:xfrm>
            <a:off x="9592129" y="7362406"/>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Mise en service (EUR)</a:t>
            </a:r>
          </a:p>
        </p:txBody>
      </p:sp>
      <p:sp>
        <p:nvSpPr>
          <p:cNvPr id="991550365" name="Text">
            <a:extLst>
              <a:ext uri="{FF2B5EF4-FFF2-40B4-BE49-F238E27FC236}">
                <a16:creationId xmlns:a16="http://schemas.microsoft.com/office/drawing/2014/main" id="{2C1FBB27-D132-E3DF-06B1-391A68124C07}"/>
              </a:ext>
            </a:extLst>
          </p:cNvPr>
          <p:cNvSpPr>
            <a:spLocks noGrp="1"/>
          </p:cNvSpPr>
          <p:nvPr/>
        </p:nvSpPr>
        <p:spPr>
          <a:xfrm>
            <a:off x="9592129" y="7019506"/>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Installation (EUR)</a:t>
            </a:r>
          </a:p>
        </p:txBody>
      </p:sp>
      <p:sp>
        <p:nvSpPr>
          <p:cNvPr id="513883835" name="Text">
            <a:extLst>
              <a:ext uri="{FF2B5EF4-FFF2-40B4-BE49-F238E27FC236}">
                <a16:creationId xmlns:a16="http://schemas.microsoft.com/office/drawing/2014/main" id="{33AAB37B-9389-306D-B754-55EECC3D159E}"/>
              </a:ext>
            </a:extLst>
          </p:cNvPr>
          <p:cNvSpPr>
            <a:spLocks noGrp="1"/>
          </p:cNvSpPr>
          <p:nvPr/>
        </p:nvSpPr>
        <p:spPr>
          <a:xfrm>
            <a:off x="9592129" y="7705306"/>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Accessoires (EUR)</a:t>
            </a:r>
          </a:p>
        </p:txBody>
      </p:sp>
      <p:sp>
        <p:nvSpPr>
          <p:cNvPr id="1813870258" name="Text">
            <a:extLst>
              <a:ext uri="{FF2B5EF4-FFF2-40B4-BE49-F238E27FC236}">
                <a16:creationId xmlns:a16="http://schemas.microsoft.com/office/drawing/2014/main" id="{B30F6618-FE5F-62A5-8C8A-FBE9CE69F79C}"/>
              </a:ext>
            </a:extLst>
          </p:cNvPr>
          <p:cNvSpPr>
            <a:spLocks noGrp="1"/>
          </p:cNvSpPr>
          <p:nvPr/>
        </p:nvSpPr>
        <p:spPr>
          <a:xfrm>
            <a:off x="14185900" y="7705306"/>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0,00</a:t>
            </a:r>
          </a:p>
        </p:txBody>
      </p:sp>
      <p:sp>
        <p:nvSpPr>
          <p:cNvPr id="39573394" name="Text">
            <a:extLst>
              <a:ext uri="{FF2B5EF4-FFF2-40B4-BE49-F238E27FC236}">
                <a16:creationId xmlns:a16="http://schemas.microsoft.com/office/drawing/2014/main" id="{232D0BD1-E0BE-AFFD-2DAD-3C860AA6A2FD}"/>
              </a:ext>
            </a:extLst>
          </p:cNvPr>
          <p:cNvSpPr>
            <a:spLocks noGrp="1"/>
          </p:cNvSpPr>
          <p:nvPr/>
        </p:nvSpPr>
        <p:spPr>
          <a:xfrm>
            <a:off x="14185900" y="7362406"/>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0,00</a:t>
            </a:r>
          </a:p>
        </p:txBody>
      </p:sp>
      <p:sp>
        <p:nvSpPr>
          <p:cNvPr id="1537586035" name="Text">
            <a:extLst>
              <a:ext uri="{FF2B5EF4-FFF2-40B4-BE49-F238E27FC236}">
                <a16:creationId xmlns:a16="http://schemas.microsoft.com/office/drawing/2014/main" id="{96F76147-123F-F0DA-5B09-D4FDDF20B57C}"/>
              </a:ext>
            </a:extLst>
          </p:cNvPr>
          <p:cNvSpPr>
            <a:spLocks noGrp="1"/>
          </p:cNvSpPr>
          <p:nvPr/>
        </p:nvSpPr>
        <p:spPr>
          <a:xfrm>
            <a:off x="9592129" y="8048206"/>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Contrat de service (EUR)</a:t>
            </a:r>
          </a:p>
        </p:txBody>
      </p:sp>
      <p:sp>
        <p:nvSpPr>
          <p:cNvPr id="1537765894" name="Text">
            <a:extLst>
              <a:ext uri="{FF2B5EF4-FFF2-40B4-BE49-F238E27FC236}">
                <a16:creationId xmlns:a16="http://schemas.microsoft.com/office/drawing/2014/main" id="{9A912EFA-C94B-1F4C-54DF-210D979CB4C7}"/>
              </a:ext>
            </a:extLst>
          </p:cNvPr>
          <p:cNvSpPr>
            <a:spLocks noGrp="1"/>
          </p:cNvSpPr>
          <p:nvPr/>
        </p:nvSpPr>
        <p:spPr>
          <a:xfrm>
            <a:off x="14185900" y="8048206"/>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0,00</a:t>
            </a:r>
          </a:p>
        </p:txBody>
      </p:sp>
      <p:sp>
        <p:nvSpPr>
          <p:cNvPr id="1710263091" name="Text">
            <a:extLst>
              <a:ext uri="{FF2B5EF4-FFF2-40B4-BE49-F238E27FC236}">
                <a16:creationId xmlns:a16="http://schemas.microsoft.com/office/drawing/2014/main" id="{86C7AB2D-F0BD-32FC-0BE5-2FC407AB302C}"/>
              </a:ext>
            </a:extLst>
          </p:cNvPr>
          <p:cNvSpPr>
            <a:spLocks noGrp="1"/>
          </p:cNvSpPr>
          <p:nvPr/>
        </p:nvSpPr>
        <p:spPr>
          <a:xfrm>
            <a:off x="9592129" y="8378199"/>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Subventions / Mesures incitatives (EUR)</a:t>
            </a:r>
          </a:p>
        </p:txBody>
      </p:sp>
      <p:sp>
        <p:nvSpPr>
          <p:cNvPr id="323155342" name="Text">
            <a:extLst>
              <a:ext uri="{FF2B5EF4-FFF2-40B4-BE49-F238E27FC236}">
                <a16:creationId xmlns:a16="http://schemas.microsoft.com/office/drawing/2014/main" id="{E9AE011F-F440-4D1C-0FCB-3B801614474B}"/>
              </a:ext>
            </a:extLst>
          </p:cNvPr>
          <p:cNvSpPr>
            <a:spLocks noGrp="1"/>
          </p:cNvSpPr>
          <p:nvPr/>
        </p:nvSpPr>
        <p:spPr>
          <a:xfrm>
            <a:off x="14185900" y="8378199"/>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(0,00)</a:t>
            </a:r>
          </a:p>
        </p:txBody>
      </p:sp>
      <p:sp>
        <p:nvSpPr>
          <p:cNvPr id="285689731" name="Text">
            <a:extLst>
              <a:ext uri="{FF2B5EF4-FFF2-40B4-BE49-F238E27FC236}">
                <a16:creationId xmlns:a16="http://schemas.microsoft.com/office/drawing/2014/main" id="{A1AEC9A3-C437-B583-44F3-79AC361400CB}"/>
              </a:ext>
            </a:extLst>
          </p:cNvPr>
          <p:cNvSpPr>
            <a:spLocks noGrp="1"/>
          </p:cNvSpPr>
          <p:nvPr/>
        </p:nvSpPr>
        <p:spPr>
          <a:xfrm>
            <a:off x="9592129" y="8721099"/>
            <a:ext cx="4593771"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Investissement total (EUR)</a:t>
            </a:r>
          </a:p>
        </p:txBody>
      </p:sp>
      <p:sp>
        <p:nvSpPr>
          <p:cNvPr id="1961357872" name="Text">
            <a:extLst>
              <a:ext uri="{FF2B5EF4-FFF2-40B4-BE49-F238E27FC236}">
                <a16:creationId xmlns:a16="http://schemas.microsoft.com/office/drawing/2014/main" id="{42F9D899-9754-B55D-A8F5-AB68705068C5}"/>
              </a:ext>
            </a:extLst>
          </p:cNvPr>
          <p:cNvSpPr>
            <a:spLocks noGrp="1"/>
          </p:cNvSpPr>
          <p:nvPr/>
        </p:nvSpPr>
        <p:spPr>
          <a:xfrm>
            <a:off x="14185900" y="8721099"/>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$total_invest$</a:t>
            </a:r>
            <a:endParaRPr lang="fr-FR" sz="1400" noProof="0" dirty="0">
              <a:solidFill>
                <a:srgbClr val="045790"/>
              </a:solidFill>
            </a:endParaRPr>
          </a:p>
        </p:txBody>
      </p:sp>
      <p:sp>
        <p:nvSpPr>
          <p:cNvPr id="2" name="Text">
            <a:extLst>
              <a:ext uri="{FF2B5EF4-FFF2-40B4-BE49-F238E27FC236}">
                <a16:creationId xmlns:a16="http://schemas.microsoft.com/office/drawing/2014/main" id="{F39B2F6D-689D-AD5F-349A-A55AE1A0B4DA}"/>
              </a:ext>
            </a:extLst>
          </p:cNvPr>
          <p:cNvSpPr>
            <a:spLocks noGrp="1"/>
          </p:cNvSpPr>
          <p:nvPr/>
        </p:nvSpPr>
        <p:spPr>
          <a:xfrm>
            <a:off x="9580336" y="3616496"/>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Puissance équivalente calculée (kW)</a:t>
            </a:r>
          </a:p>
        </p:txBody>
      </p:sp>
      <p:sp>
        <p:nvSpPr>
          <p:cNvPr id="3" name="Text">
            <a:extLst>
              <a:ext uri="{FF2B5EF4-FFF2-40B4-BE49-F238E27FC236}">
                <a16:creationId xmlns:a16="http://schemas.microsoft.com/office/drawing/2014/main" id="{F57FC535-6A76-07DF-83CC-FB4BF304469A}"/>
              </a:ext>
            </a:extLst>
          </p:cNvPr>
          <p:cNvSpPr>
            <a:spLocks noGrp="1"/>
          </p:cNvSpPr>
          <p:nvPr/>
        </p:nvSpPr>
        <p:spPr>
          <a:xfrm>
            <a:off x="14148707" y="3635721"/>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$power1$</a:t>
            </a:r>
            <a:endParaRPr lang="fr-FR" sz="1400" noProof="0" dirty="0">
              <a:solidFill>
                <a:srgbClr val="045790"/>
              </a:solidFill>
            </a:endParaRPr>
          </a:p>
        </p:txBody>
      </p:sp>
      <p:sp>
        <p:nvSpPr>
          <p:cNvPr id="4" name="Text">
            <a:extLst>
              <a:ext uri="{FF2B5EF4-FFF2-40B4-BE49-F238E27FC236}">
                <a16:creationId xmlns:a16="http://schemas.microsoft.com/office/drawing/2014/main" id="{1FBEF2E3-EB77-E909-822A-19D4506EA3BD}"/>
              </a:ext>
            </a:extLst>
          </p:cNvPr>
          <p:cNvSpPr>
            <a:spLocks noGrp="1"/>
          </p:cNvSpPr>
          <p:nvPr/>
        </p:nvSpPr>
        <p:spPr>
          <a:xfrm>
            <a:off x="9554029" y="3987800"/>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Nombre d’heures de fonctionnement par an</a:t>
            </a:r>
          </a:p>
        </p:txBody>
      </p:sp>
      <p:sp>
        <p:nvSpPr>
          <p:cNvPr id="5" name="Text">
            <a:extLst>
              <a:ext uri="{FF2B5EF4-FFF2-40B4-BE49-F238E27FC236}">
                <a16:creationId xmlns:a16="http://schemas.microsoft.com/office/drawing/2014/main" id="{2EFE90B3-B3E1-6695-C76D-BEAC621A8B2C}"/>
              </a:ext>
            </a:extLst>
          </p:cNvPr>
          <p:cNvSpPr>
            <a:spLocks noGrp="1"/>
          </p:cNvSpPr>
          <p:nvPr/>
        </p:nvSpPr>
        <p:spPr>
          <a:xfrm>
            <a:off x="14160500" y="4007025"/>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$time1$</a:t>
            </a:r>
            <a:endParaRPr lang="fr-FR" sz="1400" noProof="0" dirty="0">
              <a:solidFill>
                <a:srgbClr val="045790"/>
              </a:solidFill>
            </a:endParaRPr>
          </a:p>
        </p:txBody>
      </p:sp>
      <p:sp>
        <p:nvSpPr>
          <p:cNvPr id="6" name="Text">
            <a:extLst>
              <a:ext uri="{FF2B5EF4-FFF2-40B4-BE49-F238E27FC236}">
                <a16:creationId xmlns:a16="http://schemas.microsoft.com/office/drawing/2014/main" id="{AFCB3611-0CD2-DF3E-1C78-0ABD1A723D1F}"/>
              </a:ext>
            </a:extLst>
          </p:cNvPr>
          <p:cNvSpPr>
            <a:spLocks noGrp="1"/>
          </p:cNvSpPr>
          <p:nvPr/>
        </p:nvSpPr>
        <p:spPr>
          <a:xfrm>
            <a:off x="9579429" y="4444661"/>
            <a:ext cx="6435271" cy="342900"/>
          </a:xfrm>
          <a:prstGeom prst="rect">
            <a:avLst/>
          </a:prstGeom>
          <a:solidFill>
            <a:srgbClr val="B0CDD9"/>
          </a:solidFill>
        </p:spPr>
        <p:txBody>
          <a:bodyPr wrap="square" lIns="0" tIns="0" rIns="0" bIns="0" rtlCol="0" anchor="ctr"/>
          <a:lstStyle/>
          <a:p>
            <a:pPr algn="l">
              <a:lnSpc>
                <a:spcPct val="100000"/>
              </a:lnSpc>
              <a:defRPr sz="1600" b="1">
                <a:solidFill>
                  <a:srgbClr val="045790"/>
                </a:solidFill>
                <a:latin typeface="Grundfos TheSans ExtraBold"/>
                <a:ea typeface="Grundfos TheSans ExtraBold"/>
                <a:cs typeface="Grundfos TheSans ExtraBold"/>
              </a:defRPr>
            </a:pPr>
            <a:r>
              <a:rPr lang="fr-FR" sz="1600" b="1" noProof="0" dirty="0">
                <a:solidFill>
                  <a:srgbClr val="045790"/>
                </a:solidFill>
              </a:rPr>
              <a:t>Données de la pompe $pump2$</a:t>
            </a:r>
          </a:p>
        </p:txBody>
      </p:sp>
      <p:sp>
        <p:nvSpPr>
          <p:cNvPr id="7" name="Text">
            <a:extLst>
              <a:ext uri="{FF2B5EF4-FFF2-40B4-BE49-F238E27FC236}">
                <a16:creationId xmlns:a16="http://schemas.microsoft.com/office/drawing/2014/main" id="{5625131C-E9DA-C037-BFCB-5FC97278A5CE}"/>
              </a:ext>
            </a:extLst>
          </p:cNvPr>
          <p:cNvSpPr>
            <a:spLocks noGrp="1"/>
          </p:cNvSpPr>
          <p:nvPr/>
        </p:nvSpPr>
        <p:spPr>
          <a:xfrm>
            <a:off x="9579429" y="4797086"/>
            <a:ext cx="4416362"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Point de fonctionnement retenu (m</a:t>
            </a:r>
            <a:r>
              <a:rPr lang="fr-FR" sz="1400" baseline="30000" noProof="0" dirty="0">
                <a:solidFill>
                  <a:srgbClr val="045790"/>
                </a:solidFill>
              </a:rPr>
              <a:t>3</a:t>
            </a:r>
            <a:r>
              <a:rPr lang="fr-FR" sz="1400" noProof="0" dirty="0">
                <a:solidFill>
                  <a:srgbClr val="045790"/>
                </a:solidFill>
              </a:rPr>
              <a:t>/h – mce)</a:t>
            </a:r>
          </a:p>
        </p:txBody>
      </p:sp>
      <p:sp>
        <p:nvSpPr>
          <p:cNvPr id="8" name="Text">
            <a:extLst>
              <a:ext uri="{FF2B5EF4-FFF2-40B4-BE49-F238E27FC236}">
                <a16:creationId xmlns:a16="http://schemas.microsoft.com/office/drawing/2014/main" id="{8690EB30-8631-8C88-3785-BB86326FDFB7}"/>
              </a:ext>
            </a:extLst>
          </p:cNvPr>
          <p:cNvSpPr>
            <a:spLocks noGrp="1"/>
          </p:cNvSpPr>
          <p:nvPr/>
        </p:nvSpPr>
        <p:spPr>
          <a:xfrm>
            <a:off x="14185900" y="4787561"/>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$q_h2$</a:t>
            </a:r>
            <a:endParaRPr lang="fr-FR" sz="1400" noProof="0" dirty="0">
              <a:solidFill>
                <a:srgbClr val="045790"/>
              </a:solidFill>
            </a:endParaRPr>
          </a:p>
        </p:txBody>
      </p:sp>
      <p:sp>
        <p:nvSpPr>
          <p:cNvPr id="9" name="Text">
            <a:extLst>
              <a:ext uri="{FF2B5EF4-FFF2-40B4-BE49-F238E27FC236}">
                <a16:creationId xmlns:a16="http://schemas.microsoft.com/office/drawing/2014/main" id="{38EB9A7C-F559-DAAF-F922-B8F60C647285}"/>
              </a:ext>
            </a:extLst>
          </p:cNvPr>
          <p:cNvSpPr>
            <a:spLocks noGrp="1"/>
          </p:cNvSpPr>
          <p:nvPr/>
        </p:nvSpPr>
        <p:spPr>
          <a:xfrm>
            <a:off x="9592129" y="5175249"/>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Rendement global retenu</a:t>
            </a:r>
          </a:p>
        </p:txBody>
      </p:sp>
      <p:sp>
        <p:nvSpPr>
          <p:cNvPr id="10" name="Text">
            <a:extLst>
              <a:ext uri="{FF2B5EF4-FFF2-40B4-BE49-F238E27FC236}">
                <a16:creationId xmlns:a16="http://schemas.microsoft.com/office/drawing/2014/main" id="{C454A249-B183-7A45-8170-A635A661485A}"/>
              </a:ext>
            </a:extLst>
          </p:cNvPr>
          <p:cNvSpPr>
            <a:spLocks noGrp="1"/>
          </p:cNvSpPr>
          <p:nvPr/>
        </p:nvSpPr>
        <p:spPr>
          <a:xfrm>
            <a:off x="14148707" y="5193934"/>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$eff2$</a:t>
            </a:r>
            <a:endParaRPr lang="fr-FR" sz="1400" noProof="0" dirty="0">
              <a:solidFill>
                <a:srgbClr val="045790"/>
              </a:solidFill>
            </a:endParaRPr>
          </a:p>
        </p:txBody>
      </p:sp>
      <p:sp>
        <p:nvSpPr>
          <p:cNvPr id="11" name="Text">
            <a:extLst>
              <a:ext uri="{FF2B5EF4-FFF2-40B4-BE49-F238E27FC236}">
                <a16:creationId xmlns:a16="http://schemas.microsoft.com/office/drawing/2014/main" id="{05FA25D2-3CE4-2225-8DFD-747E96ABEF09}"/>
              </a:ext>
            </a:extLst>
          </p:cNvPr>
          <p:cNvSpPr>
            <a:spLocks noGrp="1"/>
          </p:cNvSpPr>
          <p:nvPr/>
        </p:nvSpPr>
        <p:spPr>
          <a:xfrm>
            <a:off x="9580336" y="5532603"/>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Puissance équivalente calculée (kW)</a:t>
            </a:r>
          </a:p>
        </p:txBody>
      </p:sp>
      <p:sp>
        <p:nvSpPr>
          <p:cNvPr id="12" name="Text">
            <a:extLst>
              <a:ext uri="{FF2B5EF4-FFF2-40B4-BE49-F238E27FC236}">
                <a16:creationId xmlns:a16="http://schemas.microsoft.com/office/drawing/2014/main" id="{1A5FD494-527A-8748-32CF-CB217DFC93B7}"/>
              </a:ext>
            </a:extLst>
          </p:cNvPr>
          <p:cNvSpPr>
            <a:spLocks noGrp="1"/>
          </p:cNvSpPr>
          <p:nvPr/>
        </p:nvSpPr>
        <p:spPr>
          <a:xfrm>
            <a:off x="14148707" y="5551828"/>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$power2$</a:t>
            </a:r>
            <a:endParaRPr lang="fr-FR" sz="1400" noProof="0" dirty="0">
              <a:solidFill>
                <a:srgbClr val="045790"/>
              </a:solidFill>
            </a:endParaRPr>
          </a:p>
        </p:txBody>
      </p:sp>
      <p:sp>
        <p:nvSpPr>
          <p:cNvPr id="13" name="Text">
            <a:extLst>
              <a:ext uri="{FF2B5EF4-FFF2-40B4-BE49-F238E27FC236}">
                <a16:creationId xmlns:a16="http://schemas.microsoft.com/office/drawing/2014/main" id="{13AE17F2-408B-409D-21F0-D2D89427B27A}"/>
              </a:ext>
            </a:extLst>
          </p:cNvPr>
          <p:cNvSpPr>
            <a:spLocks noGrp="1"/>
          </p:cNvSpPr>
          <p:nvPr/>
        </p:nvSpPr>
        <p:spPr>
          <a:xfrm>
            <a:off x="9554029" y="5903907"/>
            <a:ext cx="4606471" cy="361045"/>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Nombre d’heures de fonctionnement par an</a:t>
            </a:r>
          </a:p>
        </p:txBody>
      </p:sp>
      <p:sp>
        <p:nvSpPr>
          <p:cNvPr id="14" name="Text">
            <a:extLst>
              <a:ext uri="{FF2B5EF4-FFF2-40B4-BE49-F238E27FC236}">
                <a16:creationId xmlns:a16="http://schemas.microsoft.com/office/drawing/2014/main" id="{7C86A45B-1739-572E-326A-F3C1EBB94C2D}"/>
              </a:ext>
            </a:extLst>
          </p:cNvPr>
          <p:cNvSpPr>
            <a:spLocks noGrp="1"/>
          </p:cNvSpPr>
          <p:nvPr/>
        </p:nvSpPr>
        <p:spPr>
          <a:xfrm>
            <a:off x="14148707" y="5922584"/>
            <a:ext cx="1828800" cy="3429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dirty="0">
                <a:solidFill>
                  <a:srgbClr val="045790"/>
                </a:solidFill>
              </a:rPr>
              <a:t>$time2$</a:t>
            </a:r>
            <a:endParaRPr lang="fr-FR" sz="1400" noProof="0" dirty="0">
              <a:solidFill>
                <a:srgbClr val="045790"/>
              </a:solidFill>
            </a:endParaRPr>
          </a:p>
        </p:txBody>
      </p:sp>
      <p:pic>
        <p:nvPicPr>
          <p:cNvPr id="16" name="Picture">
            <a:extLst>
              <a:ext uri="{FF2B5EF4-FFF2-40B4-BE49-F238E27FC236}">
                <a16:creationId xmlns:a16="http://schemas.microsoft.com/office/drawing/2014/main" id="{F0447B54-367D-ADC1-EBBB-AA8729F04516}"/>
              </a:ext>
            </a:extLst>
          </p:cNvPr>
          <p:cNvPicPr>
            <a:picLocks noChangeAspect="1"/>
          </p:cNvPicPr>
          <p:nvPr/>
        </p:nvPicPr>
        <p:blipFill>
          <a:blip r:embed="rId3"/>
          <a:srcRect/>
          <a:stretch>
            <a:fillRect b="6896"/>
          </a:stretch>
        </p:blipFill>
        <p:spPr>
          <a:xfrm>
            <a:off x="15579305" y="246742"/>
            <a:ext cx="446897" cy="432000"/>
          </a:xfrm>
          <a:prstGeom prst="rect">
            <a:avLst/>
          </a:prstGeom>
        </p:spPr>
      </p:pic>
    </p:spTree>
    <p:extLst>
      <p:ext uri="{BB962C8B-B14F-4D97-AF65-F5344CB8AC3E}">
        <p14:creationId xmlns:p14="http://schemas.microsoft.com/office/powerpoint/2010/main" val="51227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773254" name="Text"/>
          <p:cNvSpPr>
            <a:spLocks noGrp="1"/>
          </p:cNvSpPr>
          <p:nvPr/>
        </p:nvSpPr>
        <p:spPr>
          <a:xfrm>
            <a:off x="762000" y="508000"/>
            <a:ext cx="13589000" cy="889000"/>
          </a:xfrm>
          <a:prstGeom prst="rect">
            <a:avLst/>
          </a:prstGeom>
        </p:spPr>
        <p:txBody>
          <a:bodyPr wrap="square" lIns="0" tIns="0" rIns="0" bIns="0" rtlCol="0" anchor="t"/>
          <a:lstStyle/>
          <a:p>
            <a:pPr algn="l">
              <a:lnSpc>
                <a:spcPct val="100000"/>
              </a:lnSpc>
              <a:defRPr sz="2600">
                <a:solidFill>
                  <a:srgbClr val="11497B"/>
                </a:solidFill>
                <a:latin typeface="Grundfos TheSans ExtraBold"/>
                <a:ea typeface="Grundfos TheSans ExtraBold"/>
                <a:cs typeface="Grundfos TheSans ExtraBold"/>
              </a:defRPr>
            </a:pPr>
            <a:r>
              <a:rPr lang="fr-FR" sz="2600" noProof="0" dirty="0">
                <a:solidFill>
                  <a:srgbClr val="11497B"/>
                </a:solidFill>
                <a:latin typeface="Grundfos TheSans Extd Black" panose="020B0805050302020203" pitchFamily="34" charset="0"/>
              </a:rPr>
              <a:t>95% du coût du cycle de vie de la pompe est lié à la consommation d’énergie, sa maintenance et son entretien</a:t>
            </a:r>
          </a:p>
        </p:txBody>
      </p:sp>
      <p:sp>
        <p:nvSpPr>
          <p:cNvPr id="515540756" name="Text"/>
          <p:cNvSpPr>
            <a:spLocks noGrp="1"/>
          </p:cNvSpPr>
          <p:nvPr/>
        </p:nvSpPr>
        <p:spPr>
          <a:xfrm>
            <a:off x="762000" y="1587500"/>
            <a:ext cx="5397500" cy="2342243"/>
          </a:xfrm>
          <a:prstGeom prst="rect">
            <a:avLst/>
          </a:prstGeom>
        </p:spPr>
        <p:txBody>
          <a:bodyPr wrap="square" lIns="0" tIns="0" rIns="0" bIns="0" rtlCol="0" anchor="t"/>
          <a:lstStyle/>
          <a:p>
            <a:pPr algn="just">
              <a:lnSpc>
                <a:spcPct val="100000"/>
              </a:lnSpc>
              <a:defRPr sz="1600">
                <a:solidFill>
                  <a:srgbClr val="045790"/>
                </a:solidFill>
                <a:latin typeface="Grundfos TheSans SemiLight"/>
                <a:ea typeface="Grundfos TheSans SemiLight"/>
                <a:cs typeface="Grundfos TheSans SemiLight"/>
              </a:defRPr>
            </a:pPr>
            <a:r>
              <a:rPr lang="fr-FR" sz="1600" noProof="0" dirty="0">
                <a:solidFill>
                  <a:srgbClr val="045790"/>
                </a:solidFill>
              </a:rPr>
              <a:t>Le prix d’une nouvelle pompe ne représente que 5% du coût total du cycle de vie de son exploitation. Les coûts d’entretien représentent 10% supplémentaires, tandis que les 85% restants sont des frais liés au fonctionnement de la pompe. </a:t>
            </a:r>
          </a:p>
          <a:p>
            <a:pPr algn="just">
              <a:lnSpc>
                <a:spcPct val="100000"/>
              </a:lnSpc>
              <a:defRPr sz="1600">
                <a:solidFill>
                  <a:srgbClr val="045790"/>
                </a:solidFill>
                <a:latin typeface="Grundfos TheSans SemiLight"/>
                <a:ea typeface="Grundfos TheSans SemiLight"/>
                <a:cs typeface="Grundfos TheSans SemiLight"/>
              </a:defRPr>
            </a:pPr>
            <a:br>
              <a:rPr lang="fr-FR" noProof="0" dirty="0"/>
            </a:br>
            <a:r>
              <a:rPr lang="fr-FR" sz="1600" noProof="0" dirty="0">
                <a:solidFill>
                  <a:srgbClr val="045790"/>
                </a:solidFill>
              </a:rPr>
              <a:t>L’Energy Check fournit une image réaliste du coût total d’une pompe. Voici une comparaison entre les systèmes de pompage classiques et les systèmes énergétiquement efficaces de Grundfos sur une période de 15 ans.</a:t>
            </a:r>
          </a:p>
        </p:txBody>
      </p:sp>
      <p:sp>
        <p:nvSpPr>
          <p:cNvPr id="764545205" name="Text"/>
          <p:cNvSpPr>
            <a:spLocks noGrp="1"/>
          </p:cNvSpPr>
          <p:nvPr/>
        </p:nvSpPr>
        <p:spPr>
          <a:xfrm>
            <a:off x="9171320" y="7574958"/>
            <a:ext cx="6195680" cy="317500"/>
          </a:xfrm>
          <a:prstGeom prst="rect">
            <a:avLst/>
          </a:prstGeom>
          <a:solidFill>
            <a:srgbClr val="B0CDD9"/>
          </a:solidFill>
        </p:spPr>
        <p:txBody>
          <a:bodyPr wrap="square" lIns="0" tIns="0" rIns="0" bIns="0" rtlCol="0" anchor="ctr"/>
          <a:lstStyle/>
          <a:p>
            <a:pPr algn="l">
              <a:lnSpc>
                <a:spcPct val="100000"/>
              </a:lnSpc>
              <a:defRPr sz="1400" b="1">
                <a:solidFill>
                  <a:srgbClr val="045790"/>
                </a:solidFill>
                <a:latin typeface="Grundfos TheSans ExtraBold"/>
                <a:ea typeface="Grundfos TheSans ExtraBold"/>
                <a:cs typeface="Grundfos TheSans ExtraBold"/>
              </a:defRPr>
            </a:pPr>
            <a:r>
              <a:rPr lang="fr-FR" sz="1400" b="1" noProof="0" dirty="0">
                <a:solidFill>
                  <a:srgbClr val="045790"/>
                </a:solidFill>
              </a:rPr>
              <a:t>Economies possibles avec le nouveau système</a:t>
            </a:r>
          </a:p>
        </p:txBody>
      </p:sp>
      <p:sp>
        <p:nvSpPr>
          <p:cNvPr id="1316600434" name="Text"/>
          <p:cNvSpPr>
            <a:spLocks noGrp="1"/>
          </p:cNvSpPr>
          <p:nvPr/>
        </p:nvSpPr>
        <p:spPr>
          <a:xfrm>
            <a:off x="9171320" y="7892458"/>
            <a:ext cx="3810000" cy="3175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Investissement initial (EUR)</a:t>
            </a:r>
          </a:p>
        </p:txBody>
      </p:sp>
      <p:sp>
        <p:nvSpPr>
          <p:cNvPr id="431995550" name="Text"/>
          <p:cNvSpPr>
            <a:spLocks noGrp="1"/>
          </p:cNvSpPr>
          <p:nvPr/>
        </p:nvSpPr>
        <p:spPr>
          <a:xfrm>
            <a:off x="9171320" y="8209958"/>
            <a:ext cx="3810000" cy="317500"/>
          </a:xfrm>
          <a:prstGeom prst="rect">
            <a:avLst/>
          </a:prstGeom>
          <a:solidFill>
            <a:srgbClr val="E1ECF8"/>
          </a:solidFill>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Économies après 10 ans (EUR)</a:t>
            </a:r>
          </a:p>
        </p:txBody>
      </p:sp>
      <p:sp>
        <p:nvSpPr>
          <p:cNvPr id="2054481990" name="Text"/>
          <p:cNvSpPr>
            <a:spLocks noGrp="1"/>
          </p:cNvSpPr>
          <p:nvPr/>
        </p:nvSpPr>
        <p:spPr>
          <a:xfrm>
            <a:off x="9171320" y="8527458"/>
            <a:ext cx="3810000" cy="317500"/>
          </a:xfrm>
          <a:prstGeom prst="rect">
            <a:avLst/>
          </a:prstGeom>
        </p:spPr>
        <p:txBody>
          <a:bodyPr wrap="square" lIns="0" tIns="0" rIns="0" bIns="0" rtlCol="0" anchor="ctr"/>
          <a:lstStyle/>
          <a:p>
            <a:pPr algn="l">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Economies après 15 ans (EUR)</a:t>
            </a:r>
          </a:p>
        </p:txBody>
      </p:sp>
      <p:sp>
        <p:nvSpPr>
          <p:cNvPr id="289245817" name="Text"/>
          <p:cNvSpPr>
            <a:spLocks noGrp="1"/>
          </p:cNvSpPr>
          <p:nvPr/>
        </p:nvSpPr>
        <p:spPr>
          <a:xfrm>
            <a:off x="12981320" y="7892458"/>
            <a:ext cx="2385680" cy="317500"/>
          </a:xfrm>
          <a:prstGeom prst="rect">
            <a:avLst/>
          </a:prstGeom>
        </p:spPr>
        <p:txBody>
          <a:bodyPr wrap="square" lIns="0" tIns="0" rIns="0" bIns="0" rtlCol="0" anchor="ctr"/>
          <a:lstStyle/>
          <a:p>
            <a:pPr algn="r">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$invest$</a:t>
            </a:r>
          </a:p>
        </p:txBody>
      </p:sp>
      <p:sp>
        <p:nvSpPr>
          <p:cNvPr id="1598953158" name="Text"/>
          <p:cNvSpPr>
            <a:spLocks noGrp="1"/>
          </p:cNvSpPr>
          <p:nvPr/>
        </p:nvSpPr>
        <p:spPr>
          <a:xfrm>
            <a:off x="12981320" y="8527458"/>
            <a:ext cx="2385680" cy="317500"/>
          </a:xfrm>
          <a:prstGeom prst="rect">
            <a:avLst/>
          </a:prstGeom>
        </p:spPr>
        <p:txBody>
          <a:bodyPr wrap="square" lIns="0" tIns="0" rIns="0" bIns="0" rtlCol="0" anchor="ctr"/>
          <a:lstStyle/>
          <a:p>
            <a:pPr algn="r">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$eco_15y$</a:t>
            </a:r>
          </a:p>
        </p:txBody>
      </p:sp>
      <p:sp>
        <p:nvSpPr>
          <p:cNvPr id="2142851595" name="Text"/>
          <p:cNvSpPr>
            <a:spLocks noGrp="1"/>
          </p:cNvSpPr>
          <p:nvPr/>
        </p:nvSpPr>
        <p:spPr>
          <a:xfrm>
            <a:off x="12981320" y="8209958"/>
            <a:ext cx="2385680" cy="317500"/>
          </a:xfrm>
          <a:prstGeom prst="rect">
            <a:avLst/>
          </a:prstGeom>
          <a:solidFill>
            <a:srgbClr val="E1ECF8"/>
          </a:solidFill>
        </p:spPr>
        <p:txBody>
          <a:bodyPr wrap="square" lIns="0" tIns="0" rIns="0" bIns="0" rtlCol="0" anchor="ctr"/>
          <a:lstStyle/>
          <a:p>
            <a:pPr algn="r">
              <a:lnSpc>
                <a:spcPct val="100000"/>
              </a:lnSpc>
              <a:defRPr sz="1400">
                <a:solidFill>
                  <a:srgbClr val="045790"/>
                </a:solidFill>
                <a:latin typeface="Grundfos TheSans Light"/>
                <a:ea typeface="Grundfos TheSans Light"/>
                <a:cs typeface="Grundfos TheSans Light"/>
              </a:defRPr>
            </a:pPr>
            <a:r>
              <a:rPr lang="fr-FR" sz="1400" noProof="0" dirty="0">
                <a:solidFill>
                  <a:srgbClr val="045790"/>
                </a:solidFill>
              </a:rPr>
              <a:t>$eco_10y$</a:t>
            </a:r>
          </a:p>
        </p:txBody>
      </p:sp>
      <p:sp>
        <p:nvSpPr>
          <p:cNvPr id="2" name="Text">
            <a:extLst>
              <a:ext uri="{FF2B5EF4-FFF2-40B4-BE49-F238E27FC236}">
                <a16:creationId xmlns:a16="http://schemas.microsoft.com/office/drawing/2014/main" id="{A1FF15B8-3D73-30EF-2B86-AEBAF4AB8538}"/>
              </a:ext>
            </a:extLst>
          </p:cNvPr>
          <p:cNvSpPr>
            <a:spLocks noGrp="1"/>
          </p:cNvSpPr>
          <p:nvPr/>
        </p:nvSpPr>
        <p:spPr>
          <a:xfrm>
            <a:off x="8136618" y="1701501"/>
            <a:ext cx="2159000" cy="317500"/>
          </a:xfrm>
          <a:prstGeom prst="rect">
            <a:avLst/>
          </a:prstGeom>
        </p:spPr>
        <p:txBody>
          <a:bodyPr wrap="square" lIns="0" tIns="0" rIns="0" bIns="0" rtlCol="0" anchor="ctr"/>
          <a:lstStyle/>
          <a:p>
            <a:pPr algn="l">
              <a:lnSpc>
                <a:spcPct val="100000"/>
              </a:lnSpc>
              <a:defRPr sz="1400">
                <a:solidFill>
                  <a:srgbClr val="0F4B78"/>
                </a:solidFill>
                <a:latin typeface="Grundfos TheSans Light"/>
                <a:ea typeface="Grundfos TheSans Light"/>
                <a:cs typeface="Grundfos TheSans Light"/>
              </a:defRPr>
            </a:pPr>
            <a:r>
              <a:rPr lang="fr-FR" sz="1400" noProof="0" dirty="0">
                <a:solidFill>
                  <a:srgbClr val="0F4B78"/>
                </a:solidFill>
              </a:rPr>
              <a:t>$picture1$</a:t>
            </a:r>
          </a:p>
        </p:txBody>
      </p:sp>
      <p:sp>
        <p:nvSpPr>
          <p:cNvPr id="3" name="Text">
            <a:extLst>
              <a:ext uri="{FF2B5EF4-FFF2-40B4-BE49-F238E27FC236}">
                <a16:creationId xmlns:a16="http://schemas.microsoft.com/office/drawing/2014/main" id="{578B7FE4-93EF-4949-06B7-9DC53B9016DE}"/>
              </a:ext>
            </a:extLst>
          </p:cNvPr>
          <p:cNvSpPr>
            <a:spLocks noGrp="1"/>
          </p:cNvSpPr>
          <p:nvPr/>
        </p:nvSpPr>
        <p:spPr>
          <a:xfrm>
            <a:off x="35543" y="3742125"/>
            <a:ext cx="2159000" cy="317500"/>
          </a:xfrm>
          <a:prstGeom prst="rect">
            <a:avLst/>
          </a:prstGeom>
        </p:spPr>
        <p:txBody>
          <a:bodyPr wrap="square" lIns="0" tIns="0" rIns="0" bIns="0" rtlCol="0" anchor="ctr"/>
          <a:lstStyle/>
          <a:p>
            <a:pPr algn="l">
              <a:lnSpc>
                <a:spcPct val="100000"/>
              </a:lnSpc>
              <a:defRPr sz="1400">
                <a:solidFill>
                  <a:srgbClr val="0F4B78"/>
                </a:solidFill>
                <a:latin typeface="Grundfos TheSans Light"/>
                <a:ea typeface="Grundfos TheSans Light"/>
                <a:cs typeface="Grundfos TheSans Light"/>
              </a:defRPr>
            </a:pPr>
            <a:r>
              <a:rPr lang="fr-FR" sz="1400" noProof="0" dirty="0">
                <a:solidFill>
                  <a:srgbClr val="0F4B78"/>
                </a:solidFill>
              </a:rPr>
              <a:t>$picture2$</a:t>
            </a:r>
          </a:p>
        </p:txBody>
      </p:sp>
      <p:pic>
        <p:nvPicPr>
          <p:cNvPr id="4" name="Picture">
            <a:extLst>
              <a:ext uri="{FF2B5EF4-FFF2-40B4-BE49-F238E27FC236}">
                <a16:creationId xmlns:a16="http://schemas.microsoft.com/office/drawing/2014/main" id="{974CB46C-9DD9-DAFF-D7DE-34B98AEAA8E9}"/>
              </a:ext>
            </a:extLst>
          </p:cNvPr>
          <p:cNvPicPr>
            <a:picLocks noChangeAspect="1"/>
          </p:cNvPicPr>
          <p:nvPr/>
        </p:nvPicPr>
        <p:blipFill>
          <a:blip r:embed="rId2"/>
          <a:srcRect/>
          <a:stretch>
            <a:fillRect b="6896"/>
          </a:stretch>
        </p:blipFill>
        <p:spPr>
          <a:xfrm>
            <a:off x="15579305" y="246742"/>
            <a:ext cx="446897" cy="43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6969041" name="Text"/>
          <p:cNvSpPr>
            <a:spLocks noGrp="1"/>
          </p:cNvSpPr>
          <p:nvPr/>
        </p:nvSpPr>
        <p:spPr>
          <a:xfrm>
            <a:off x="762000" y="508000"/>
            <a:ext cx="13716000" cy="508000"/>
          </a:xfrm>
          <a:prstGeom prst="rect">
            <a:avLst/>
          </a:prstGeom>
        </p:spPr>
        <p:txBody>
          <a:bodyPr wrap="square" lIns="0" tIns="0" rIns="0" bIns="0" rtlCol="0" anchor="t"/>
          <a:lstStyle/>
          <a:p>
            <a:pPr algn="l">
              <a:lnSpc>
                <a:spcPct val="100000"/>
              </a:lnSpc>
              <a:defRPr sz="2600">
                <a:solidFill>
                  <a:srgbClr val="11497B"/>
                </a:solidFill>
                <a:latin typeface="Grundfos TheSans ExtraBold"/>
                <a:ea typeface="Grundfos TheSans ExtraBold"/>
                <a:cs typeface="Grundfos TheSans ExtraBold"/>
              </a:defRPr>
            </a:pPr>
            <a:r>
              <a:rPr lang="fr-FR" sz="2600" noProof="0" dirty="0">
                <a:solidFill>
                  <a:srgbClr val="11497B"/>
                </a:solidFill>
                <a:latin typeface="Grundfos TheSans Extd Black" panose="020B0805050302020203" pitchFamily="34" charset="0"/>
              </a:rPr>
              <a:t>Avantages au-delà du bilan</a:t>
            </a:r>
          </a:p>
        </p:txBody>
      </p:sp>
      <p:sp>
        <p:nvSpPr>
          <p:cNvPr id="934067214" name="Text"/>
          <p:cNvSpPr>
            <a:spLocks noGrp="1"/>
          </p:cNvSpPr>
          <p:nvPr/>
        </p:nvSpPr>
        <p:spPr>
          <a:xfrm>
            <a:off x="762000" y="1397000"/>
            <a:ext cx="7366000" cy="3860800"/>
          </a:xfrm>
          <a:prstGeom prst="rect">
            <a:avLst/>
          </a:prstGeom>
        </p:spPr>
        <p:txBody>
          <a:bodyPr wrap="square" lIns="0" tIns="0" rIns="0" bIns="0" rtlCol="0" anchor="t"/>
          <a:lstStyle/>
          <a:p>
            <a:pPr algn="just">
              <a:lnSpc>
                <a:spcPct val="100000"/>
              </a:lnSpc>
              <a:defRPr sz="1800">
                <a:solidFill>
                  <a:srgbClr val="045790"/>
                </a:solidFill>
                <a:latin typeface="Grundfos TheSans SemiLight"/>
                <a:ea typeface="Grundfos TheSans SemiLight"/>
                <a:cs typeface="Grundfos TheSans SemiLight"/>
              </a:defRPr>
            </a:pPr>
            <a:r>
              <a:rPr lang="fr-FR" sz="1800" noProof="0" dirty="0">
                <a:solidFill>
                  <a:srgbClr val="045790"/>
                </a:solidFill>
              </a:rPr>
              <a:t>L’Energy Check donne une meilleure compréhension de la façon de réduire la consommation d’énergie de vos pompes ce qui se traduit par une réduction des dépenses de fonctionnement avec un retour sur investissement rapide.</a:t>
            </a:r>
          </a:p>
          <a:p>
            <a:pPr algn="just">
              <a:lnSpc>
                <a:spcPct val="100000"/>
              </a:lnSpc>
              <a:defRPr sz="1800">
                <a:solidFill>
                  <a:srgbClr val="045790"/>
                </a:solidFill>
                <a:latin typeface="Grundfos TheSans SemiLight"/>
                <a:ea typeface="Grundfos TheSans SemiLight"/>
                <a:cs typeface="Grundfos TheSans SemiLight"/>
              </a:defRPr>
            </a:pPr>
            <a:br>
              <a:rPr lang="fr-FR" noProof="0" dirty="0"/>
            </a:br>
            <a:r>
              <a:rPr lang="fr-FR" sz="1800" noProof="0" dirty="0">
                <a:solidFill>
                  <a:srgbClr val="045790"/>
                </a:solidFill>
              </a:rPr>
              <a:t>Une mise à niveau des pompes peut avoir d'autres avantages opérationnels, environnementaux et commerciaux.</a:t>
            </a:r>
          </a:p>
          <a:p>
            <a:pPr algn="just">
              <a:lnSpc>
                <a:spcPct val="100000"/>
              </a:lnSpc>
              <a:defRPr sz="1800">
                <a:solidFill>
                  <a:srgbClr val="045790"/>
                </a:solidFill>
                <a:latin typeface="Grundfos TheSans SemiLight"/>
                <a:ea typeface="Grundfos TheSans SemiLight"/>
                <a:cs typeface="Grundfos TheSans SemiLight"/>
              </a:defRPr>
            </a:pPr>
            <a:br>
              <a:rPr lang="fr-FR" noProof="0" dirty="0"/>
            </a:br>
            <a:r>
              <a:rPr lang="fr-FR" sz="1800" noProof="0" dirty="0">
                <a:solidFill>
                  <a:srgbClr val="045790"/>
                </a:solidFill>
              </a:rPr>
              <a:t>Décider d’investir dans des solutions de pompage écologiques et plus économes en énergie va améliorer votre profil environnemental et faire baisser les émissions de carbone. Cela aidera également votre entreprise à se conformer aux dernières réglementations en termes d’économie d’énergie.</a:t>
            </a:r>
          </a:p>
          <a:p>
            <a:pPr algn="just">
              <a:lnSpc>
                <a:spcPct val="100000"/>
              </a:lnSpc>
              <a:defRPr sz="1800">
                <a:solidFill>
                  <a:srgbClr val="045790"/>
                </a:solidFill>
                <a:latin typeface="Grundfos TheSans SemiLight"/>
                <a:ea typeface="Grundfos TheSans SemiLight"/>
                <a:cs typeface="Grundfos TheSans SemiLight"/>
              </a:defRPr>
            </a:pPr>
            <a:endParaRPr lang="fr-FR" sz="1800" noProof="0" dirty="0">
              <a:solidFill>
                <a:srgbClr val="045790"/>
              </a:solidFill>
            </a:endParaRPr>
          </a:p>
        </p:txBody>
      </p:sp>
      <p:pic>
        <p:nvPicPr>
          <p:cNvPr id="600410704" name="Picture"/>
          <p:cNvPicPr>
            <a:picLocks noChangeAspect="1"/>
          </p:cNvPicPr>
          <p:nvPr/>
        </p:nvPicPr>
        <p:blipFill>
          <a:blip r:embed="rId2"/>
          <a:srcRect/>
          <a:stretch>
            <a:fillRect r="3333"/>
          </a:stretch>
        </p:blipFill>
        <p:spPr>
          <a:xfrm>
            <a:off x="1397000" y="5080000"/>
            <a:ext cx="762000" cy="762000"/>
          </a:xfrm>
          <a:prstGeom prst="rect">
            <a:avLst/>
          </a:prstGeom>
        </p:spPr>
      </p:pic>
      <p:pic>
        <p:nvPicPr>
          <p:cNvPr id="956203011" name="Picture"/>
          <p:cNvPicPr>
            <a:picLocks noChangeAspect="1"/>
          </p:cNvPicPr>
          <p:nvPr/>
        </p:nvPicPr>
        <p:blipFill>
          <a:blip r:embed="rId3"/>
          <a:srcRect/>
          <a:stretch>
            <a:fillRect r="20000"/>
          </a:stretch>
        </p:blipFill>
        <p:spPr>
          <a:xfrm>
            <a:off x="4064000" y="5080000"/>
            <a:ext cx="762000" cy="762000"/>
          </a:xfrm>
          <a:prstGeom prst="rect">
            <a:avLst/>
          </a:prstGeom>
        </p:spPr>
      </p:pic>
      <p:sp>
        <p:nvSpPr>
          <p:cNvPr id="1283875376" name="Text"/>
          <p:cNvSpPr>
            <a:spLocks noGrp="1"/>
          </p:cNvSpPr>
          <p:nvPr/>
        </p:nvSpPr>
        <p:spPr>
          <a:xfrm>
            <a:off x="774700" y="5981700"/>
            <a:ext cx="2654300" cy="254000"/>
          </a:xfrm>
          <a:prstGeom prst="rect">
            <a:avLst/>
          </a:prstGeom>
        </p:spPr>
        <p:txBody>
          <a:bodyPr wrap="square" lIns="0" tIns="0" rIns="0" bIns="0" rtlCol="0" anchor="t"/>
          <a:lstStyle/>
          <a:p>
            <a:pPr algn="l">
              <a:lnSpc>
                <a:spcPct val="100000"/>
              </a:lnSpc>
              <a:defRPr sz="1000" b="1">
                <a:solidFill>
                  <a:srgbClr val="045790"/>
                </a:solidFill>
                <a:latin typeface="Grundfos TheSans SemiLight"/>
                <a:ea typeface="Grundfos TheSans SemiLight"/>
                <a:cs typeface="Grundfos TheSans SemiLight"/>
              </a:defRPr>
            </a:pPr>
            <a:r>
              <a:rPr lang="fr-FR" sz="1000" b="1" noProof="0" dirty="0">
                <a:solidFill>
                  <a:srgbClr val="045790"/>
                </a:solidFill>
              </a:rPr>
              <a:t>Bénéfices opérationnels</a:t>
            </a:r>
          </a:p>
        </p:txBody>
      </p:sp>
      <p:sp>
        <p:nvSpPr>
          <p:cNvPr id="177759376" name="Frame"/>
          <p:cNvSpPr>
            <a:spLocks noGrp="1"/>
          </p:cNvSpPr>
          <p:nvPr/>
        </p:nvSpPr>
        <p:spPr>
          <a:xfrm>
            <a:off x="774700" y="6311900"/>
            <a:ext cx="2654300" cy="317500"/>
          </a:xfrm>
          <a:prstGeom prst="rect">
            <a:avLst/>
          </a:prstGeom>
        </p:spPr>
        <p:txBody>
          <a:bodyPr rtlCol="0" anchor="ctr"/>
          <a:lstStyle/>
          <a:p>
            <a:pPr algn="ctr"/>
            <a:endParaRPr lang="fr-FR" noProof="0" dirty="0"/>
          </a:p>
        </p:txBody>
      </p:sp>
      <p:sp>
        <p:nvSpPr>
          <p:cNvPr id="452079455" name="Text"/>
          <p:cNvSpPr>
            <a:spLocks noGrp="1"/>
          </p:cNvSpPr>
          <p:nvPr/>
        </p:nvSpPr>
        <p:spPr>
          <a:xfrm>
            <a:off x="901700" y="6311900"/>
            <a:ext cx="25273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Fonctionnement fiable</a:t>
            </a:r>
          </a:p>
        </p:txBody>
      </p:sp>
      <p:sp>
        <p:nvSpPr>
          <p:cNvPr id="302257099" name="Ellipse"/>
          <p:cNvSpPr>
            <a:spLocks noGrp="1"/>
          </p:cNvSpPr>
          <p:nvPr/>
        </p:nvSpPr>
        <p:spPr>
          <a:xfrm>
            <a:off x="800100" y="64389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1236237738" name="Frame"/>
          <p:cNvSpPr>
            <a:spLocks noGrp="1"/>
          </p:cNvSpPr>
          <p:nvPr/>
        </p:nvSpPr>
        <p:spPr>
          <a:xfrm>
            <a:off x="774700" y="6629400"/>
            <a:ext cx="2654300" cy="317500"/>
          </a:xfrm>
          <a:prstGeom prst="rect">
            <a:avLst/>
          </a:prstGeom>
        </p:spPr>
        <p:txBody>
          <a:bodyPr rtlCol="0" anchor="ctr"/>
          <a:lstStyle/>
          <a:p>
            <a:pPr algn="ctr"/>
            <a:endParaRPr lang="fr-FR" noProof="0" dirty="0"/>
          </a:p>
        </p:txBody>
      </p:sp>
      <p:sp>
        <p:nvSpPr>
          <p:cNvPr id="543377841" name="Text"/>
          <p:cNvSpPr>
            <a:spLocks noGrp="1"/>
          </p:cNvSpPr>
          <p:nvPr/>
        </p:nvSpPr>
        <p:spPr>
          <a:xfrm>
            <a:off x="901700" y="6629400"/>
            <a:ext cx="25273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Faible taux de défaillances</a:t>
            </a:r>
          </a:p>
        </p:txBody>
      </p:sp>
      <p:sp>
        <p:nvSpPr>
          <p:cNvPr id="1450906643" name="Ellipse"/>
          <p:cNvSpPr>
            <a:spLocks noGrp="1"/>
          </p:cNvSpPr>
          <p:nvPr/>
        </p:nvSpPr>
        <p:spPr>
          <a:xfrm>
            <a:off x="787400" y="67564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711137216" name="Frame"/>
          <p:cNvSpPr>
            <a:spLocks noGrp="1"/>
          </p:cNvSpPr>
          <p:nvPr/>
        </p:nvSpPr>
        <p:spPr>
          <a:xfrm>
            <a:off x="774700" y="6946900"/>
            <a:ext cx="2654300" cy="317500"/>
          </a:xfrm>
          <a:prstGeom prst="rect">
            <a:avLst/>
          </a:prstGeom>
        </p:spPr>
        <p:txBody>
          <a:bodyPr rtlCol="0" anchor="ctr"/>
          <a:lstStyle/>
          <a:p>
            <a:pPr algn="ctr"/>
            <a:endParaRPr lang="fr-FR" noProof="0" dirty="0"/>
          </a:p>
        </p:txBody>
      </p:sp>
      <p:sp>
        <p:nvSpPr>
          <p:cNvPr id="1336693757" name="Text"/>
          <p:cNvSpPr>
            <a:spLocks noGrp="1"/>
          </p:cNvSpPr>
          <p:nvPr/>
        </p:nvSpPr>
        <p:spPr>
          <a:xfrm>
            <a:off x="901700" y="6946900"/>
            <a:ext cx="2527300" cy="2540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Temps d’arrêt réduit</a:t>
            </a:r>
          </a:p>
        </p:txBody>
      </p:sp>
      <p:sp>
        <p:nvSpPr>
          <p:cNvPr id="985542632" name="Ellipse"/>
          <p:cNvSpPr>
            <a:spLocks noGrp="1"/>
          </p:cNvSpPr>
          <p:nvPr/>
        </p:nvSpPr>
        <p:spPr>
          <a:xfrm>
            <a:off x="787400" y="70612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473646713" name="Frame"/>
          <p:cNvSpPr>
            <a:spLocks noGrp="1"/>
          </p:cNvSpPr>
          <p:nvPr/>
        </p:nvSpPr>
        <p:spPr>
          <a:xfrm>
            <a:off x="774700" y="7264400"/>
            <a:ext cx="2654300" cy="317500"/>
          </a:xfrm>
          <a:prstGeom prst="rect">
            <a:avLst/>
          </a:prstGeom>
        </p:spPr>
        <p:txBody>
          <a:bodyPr rtlCol="0" anchor="ctr"/>
          <a:lstStyle/>
          <a:p>
            <a:pPr algn="ctr"/>
            <a:endParaRPr lang="fr-FR" noProof="0" dirty="0"/>
          </a:p>
        </p:txBody>
      </p:sp>
      <p:sp>
        <p:nvSpPr>
          <p:cNvPr id="2005909609" name="Text"/>
          <p:cNvSpPr>
            <a:spLocks noGrp="1"/>
          </p:cNvSpPr>
          <p:nvPr/>
        </p:nvSpPr>
        <p:spPr>
          <a:xfrm>
            <a:off x="901700" y="7264400"/>
            <a:ext cx="25273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Coûts de réparation réduits</a:t>
            </a:r>
          </a:p>
        </p:txBody>
      </p:sp>
      <p:sp>
        <p:nvSpPr>
          <p:cNvPr id="2124507857" name="Ellipse"/>
          <p:cNvSpPr>
            <a:spLocks noGrp="1"/>
          </p:cNvSpPr>
          <p:nvPr/>
        </p:nvSpPr>
        <p:spPr>
          <a:xfrm>
            <a:off x="787400" y="73787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392953930" name="Frame"/>
          <p:cNvSpPr>
            <a:spLocks noGrp="1"/>
          </p:cNvSpPr>
          <p:nvPr/>
        </p:nvSpPr>
        <p:spPr>
          <a:xfrm>
            <a:off x="774700" y="7581900"/>
            <a:ext cx="2654300" cy="317500"/>
          </a:xfrm>
          <a:prstGeom prst="rect">
            <a:avLst/>
          </a:prstGeom>
        </p:spPr>
        <p:txBody>
          <a:bodyPr rtlCol="0" anchor="ctr"/>
          <a:lstStyle/>
          <a:p>
            <a:pPr algn="ctr"/>
            <a:endParaRPr lang="fr-FR" noProof="0" dirty="0"/>
          </a:p>
        </p:txBody>
      </p:sp>
      <p:sp>
        <p:nvSpPr>
          <p:cNvPr id="864486985" name="Text"/>
          <p:cNvSpPr>
            <a:spLocks noGrp="1"/>
          </p:cNvSpPr>
          <p:nvPr/>
        </p:nvSpPr>
        <p:spPr>
          <a:xfrm>
            <a:off x="901700" y="7581900"/>
            <a:ext cx="25273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Aperçu complet des installations de pompage</a:t>
            </a:r>
          </a:p>
        </p:txBody>
      </p:sp>
      <p:sp>
        <p:nvSpPr>
          <p:cNvPr id="1705884940" name="Ellipse"/>
          <p:cNvSpPr>
            <a:spLocks noGrp="1"/>
          </p:cNvSpPr>
          <p:nvPr/>
        </p:nvSpPr>
        <p:spPr>
          <a:xfrm>
            <a:off x="787400" y="76962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1901499130" name="Text"/>
          <p:cNvSpPr>
            <a:spLocks noGrp="1"/>
          </p:cNvSpPr>
          <p:nvPr/>
        </p:nvSpPr>
        <p:spPr>
          <a:xfrm>
            <a:off x="3721100" y="5981700"/>
            <a:ext cx="2971800" cy="254000"/>
          </a:xfrm>
          <a:prstGeom prst="rect">
            <a:avLst/>
          </a:prstGeom>
        </p:spPr>
        <p:txBody>
          <a:bodyPr wrap="square" lIns="0" tIns="0" rIns="0" bIns="0" rtlCol="0" anchor="t"/>
          <a:lstStyle/>
          <a:p>
            <a:pPr algn="l">
              <a:lnSpc>
                <a:spcPct val="100000"/>
              </a:lnSpc>
              <a:defRPr sz="1000" b="1">
                <a:solidFill>
                  <a:srgbClr val="045790"/>
                </a:solidFill>
                <a:latin typeface="Grundfos TheSans SemiLight"/>
                <a:ea typeface="Grundfos TheSans SemiLight"/>
                <a:cs typeface="Grundfos TheSans SemiLight"/>
              </a:defRPr>
            </a:pPr>
            <a:r>
              <a:rPr lang="fr-FR" sz="1000" b="1" noProof="0" dirty="0">
                <a:solidFill>
                  <a:srgbClr val="045790"/>
                </a:solidFill>
              </a:rPr>
              <a:t>Environnement</a:t>
            </a:r>
          </a:p>
        </p:txBody>
      </p:sp>
      <p:sp>
        <p:nvSpPr>
          <p:cNvPr id="1791726903" name="Frame"/>
          <p:cNvSpPr>
            <a:spLocks noGrp="1"/>
          </p:cNvSpPr>
          <p:nvPr/>
        </p:nvSpPr>
        <p:spPr>
          <a:xfrm>
            <a:off x="3708400" y="6311900"/>
            <a:ext cx="3556000" cy="355600"/>
          </a:xfrm>
          <a:prstGeom prst="rect">
            <a:avLst/>
          </a:prstGeom>
        </p:spPr>
        <p:txBody>
          <a:bodyPr rtlCol="0" anchor="ctr"/>
          <a:lstStyle/>
          <a:p>
            <a:pPr algn="ctr"/>
            <a:endParaRPr lang="fr-FR" noProof="0" dirty="0"/>
          </a:p>
        </p:txBody>
      </p:sp>
      <p:sp>
        <p:nvSpPr>
          <p:cNvPr id="1538360487" name="Text"/>
          <p:cNvSpPr>
            <a:spLocks noGrp="1"/>
          </p:cNvSpPr>
          <p:nvPr/>
        </p:nvSpPr>
        <p:spPr>
          <a:xfrm>
            <a:off x="3822700" y="6311900"/>
            <a:ext cx="34417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Réduction de vos émissions de CO2</a:t>
            </a:r>
          </a:p>
        </p:txBody>
      </p:sp>
      <p:sp>
        <p:nvSpPr>
          <p:cNvPr id="1669078776" name="Ellipse"/>
          <p:cNvSpPr>
            <a:spLocks noGrp="1"/>
          </p:cNvSpPr>
          <p:nvPr/>
        </p:nvSpPr>
        <p:spPr>
          <a:xfrm>
            <a:off x="3708400" y="64262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1775591118" name="Frame"/>
          <p:cNvSpPr>
            <a:spLocks noGrp="1"/>
          </p:cNvSpPr>
          <p:nvPr/>
        </p:nvSpPr>
        <p:spPr>
          <a:xfrm>
            <a:off x="3708400" y="6667500"/>
            <a:ext cx="3556000" cy="355600"/>
          </a:xfrm>
          <a:prstGeom prst="rect">
            <a:avLst/>
          </a:prstGeom>
        </p:spPr>
        <p:txBody>
          <a:bodyPr rtlCol="0" anchor="ctr"/>
          <a:lstStyle/>
          <a:p>
            <a:pPr algn="ctr"/>
            <a:endParaRPr lang="fr-FR" noProof="0" dirty="0"/>
          </a:p>
        </p:txBody>
      </p:sp>
      <p:sp>
        <p:nvSpPr>
          <p:cNvPr id="927161514" name="Text"/>
          <p:cNvSpPr>
            <a:spLocks noGrp="1"/>
          </p:cNvSpPr>
          <p:nvPr/>
        </p:nvSpPr>
        <p:spPr>
          <a:xfrm>
            <a:off x="3835400" y="6667500"/>
            <a:ext cx="34290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Image plus verte de l’entreprise</a:t>
            </a:r>
          </a:p>
        </p:txBody>
      </p:sp>
      <p:sp>
        <p:nvSpPr>
          <p:cNvPr id="662223166" name="Ellipse"/>
          <p:cNvSpPr>
            <a:spLocks noGrp="1"/>
          </p:cNvSpPr>
          <p:nvPr/>
        </p:nvSpPr>
        <p:spPr>
          <a:xfrm>
            <a:off x="3721100" y="67818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1724492208" name="Frame"/>
          <p:cNvSpPr>
            <a:spLocks noGrp="1"/>
          </p:cNvSpPr>
          <p:nvPr/>
        </p:nvSpPr>
        <p:spPr>
          <a:xfrm>
            <a:off x="3708400" y="7023100"/>
            <a:ext cx="3556000" cy="355600"/>
          </a:xfrm>
          <a:prstGeom prst="rect">
            <a:avLst/>
          </a:prstGeom>
        </p:spPr>
        <p:txBody>
          <a:bodyPr rtlCol="0" anchor="ctr"/>
          <a:lstStyle/>
          <a:p>
            <a:pPr algn="ctr"/>
            <a:endParaRPr lang="fr-FR" noProof="0" dirty="0"/>
          </a:p>
        </p:txBody>
      </p:sp>
      <p:sp>
        <p:nvSpPr>
          <p:cNvPr id="1101239944" name="Text"/>
          <p:cNvSpPr>
            <a:spLocks noGrp="1"/>
          </p:cNvSpPr>
          <p:nvPr/>
        </p:nvSpPr>
        <p:spPr>
          <a:xfrm>
            <a:off x="3835400" y="7023100"/>
            <a:ext cx="3429000" cy="2540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Analyse et rapport sur le cycle de vie de la pompe</a:t>
            </a:r>
          </a:p>
        </p:txBody>
      </p:sp>
      <p:sp>
        <p:nvSpPr>
          <p:cNvPr id="1525668962" name="Ellipse"/>
          <p:cNvSpPr>
            <a:spLocks noGrp="1"/>
          </p:cNvSpPr>
          <p:nvPr/>
        </p:nvSpPr>
        <p:spPr>
          <a:xfrm>
            <a:off x="3721100" y="71501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963499154" name="Frame"/>
          <p:cNvSpPr>
            <a:spLocks noGrp="1"/>
          </p:cNvSpPr>
          <p:nvPr/>
        </p:nvSpPr>
        <p:spPr>
          <a:xfrm>
            <a:off x="3708400" y="7378700"/>
            <a:ext cx="3556000" cy="355600"/>
          </a:xfrm>
          <a:prstGeom prst="rect">
            <a:avLst/>
          </a:prstGeom>
        </p:spPr>
        <p:txBody>
          <a:bodyPr rtlCol="0" anchor="ctr"/>
          <a:lstStyle/>
          <a:p>
            <a:pPr algn="ctr"/>
            <a:endParaRPr lang="fr-FR" noProof="0" dirty="0"/>
          </a:p>
        </p:txBody>
      </p:sp>
      <p:sp>
        <p:nvSpPr>
          <p:cNvPr id="1503582898" name="Text"/>
          <p:cNvSpPr>
            <a:spLocks noGrp="1"/>
          </p:cNvSpPr>
          <p:nvPr/>
        </p:nvSpPr>
        <p:spPr>
          <a:xfrm>
            <a:off x="3835400" y="7378700"/>
            <a:ext cx="3429000" cy="241300"/>
          </a:xfrm>
          <a:prstGeom prst="rect">
            <a:avLst/>
          </a:prstGeom>
        </p:spPr>
        <p:txBody>
          <a:bodyPr wrap="square" lIns="0" tIns="0" rIns="0" bIns="0" rtlCol="0" anchor="t"/>
          <a:lstStyle/>
          <a:p>
            <a:pPr algn="l">
              <a:lnSpc>
                <a:spcPct val="100000"/>
              </a:lnSpc>
              <a:defRPr sz="1000">
                <a:solidFill>
                  <a:srgbClr val="045790"/>
                </a:solidFill>
                <a:latin typeface="Grundfos TheSans SemiLight"/>
                <a:ea typeface="Grundfos TheSans SemiLight"/>
                <a:cs typeface="Grundfos TheSans SemiLight"/>
              </a:defRPr>
            </a:pPr>
            <a:r>
              <a:rPr lang="fr-FR" sz="1000" noProof="0" dirty="0">
                <a:solidFill>
                  <a:srgbClr val="045790"/>
                </a:solidFill>
              </a:rPr>
              <a:t>Conformité à la réglementation énergétique</a:t>
            </a:r>
          </a:p>
        </p:txBody>
      </p:sp>
      <p:sp>
        <p:nvSpPr>
          <p:cNvPr id="1277692437" name="Ellipse"/>
          <p:cNvSpPr>
            <a:spLocks noGrp="1"/>
          </p:cNvSpPr>
          <p:nvPr/>
        </p:nvSpPr>
        <p:spPr>
          <a:xfrm>
            <a:off x="3721100" y="7493000"/>
            <a:ext cx="12700" cy="12700"/>
          </a:xfrm>
          <a:prstGeom prst="ellipse">
            <a:avLst/>
          </a:prstGeom>
          <a:solidFill>
            <a:srgbClr val="0F4B78"/>
          </a:solidFill>
          <a:ln w="12700">
            <a:solidFill>
              <a:srgbClr val="0F4B78"/>
            </a:solidFill>
            <a:prstDash val="solid"/>
          </a:ln>
        </p:spPr>
        <p:txBody>
          <a:bodyPr rtlCol="0" anchor="ctr"/>
          <a:lstStyle/>
          <a:p>
            <a:pPr algn="ctr"/>
            <a:endParaRPr lang="fr-FR" noProof="0" dirty="0"/>
          </a:p>
        </p:txBody>
      </p:sp>
      <p:sp>
        <p:nvSpPr>
          <p:cNvPr id="1487802306" name="Text"/>
          <p:cNvSpPr>
            <a:spLocks noGrp="1"/>
          </p:cNvSpPr>
          <p:nvPr/>
        </p:nvSpPr>
        <p:spPr>
          <a:xfrm>
            <a:off x="8636000" y="1397000"/>
            <a:ext cx="5969000" cy="381000"/>
          </a:xfrm>
          <a:prstGeom prst="rect">
            <a:avLst/>
          </a:prstGeom>
        </p:spPr>
        <p:txBody>
          <a:bodyPr wrap="square" lIns="0" tIns="0" rIns="0" bIns="0" rtlCol="0" anchor="t"/>
          <a:lstStyle/>
          <a:p>
            <a:pPr algn="l">
              <a:lnSpc>
                <a:spcPct val="100000"/>
              </a:lnSpc>
              <a:defRPr sz="2000" b="1">
                <a:solidFill>
                  <a:srgbClr val="045790"/>
                </a:solidFill>
                <a:latin typeface="Grundfos TheSans SemiLight"/>
                <a:ea typeface="Grundfos TheSans SemiLight"/>
                <a:cs typeface="Grundfos TheSans SemiLight"/>
              </a:defRPr>
            </a:pPr>
            <a:r>
              <a:rPr lang="fr-FR" sz="2000" b="1" noProof="0" dirty="0">
                <a:solidFill>
                  <a:srgbClr val="045790"/>
                </a:solidFill>
              </a:rPr>
              <a:t>Impact sur l’environnement</a:t>
            </a:r>
          </a:p>
        </p:txBody>
      </p:sp>
      <p:sp>
        <p:nvSpPr>
          <p:cNvPr id="193771274" name="Text"/>
          <p:cNvSpPr>
            <a:spLocks noGrp="1"/>
          </p:cNvSpPr>
          <p:nvPr/>
        </p:nvSpPr>
        <p:spPr>
          <a:xfrm>
            <a:off x="8661400" y="1905000"/>
            <a:ext cx="6477000" cy="1778000"/>
          </a:xfrm>
          <a:prstGeom prst="rect">
            <a:avLst/>
          </a:prstGeom>
        </p:spPr>
        <p:txBody>
          <a:bodyPr wrap="square" lIns="0" tIns="0" rIns="0" bIns="0" rtlCol="0" anchor="t"/>
          <a:lstStyle/>
          <a:p>
            <a:pPr algn="just">
              <a:lnSpc>
                <a:spcPct val="100000"/>
              </a:lnSpc>
              <a:defRPr sz="1800">
                <a:solidFill>
                  <a:srgbClr val="045790"/>
                </a:solidFill>
                <a:latin typeface="Grundfos TheSans SemiLight"/>
                <a:ea typeface="Grundfos TheSans SemiLight"/>
                <a:cs typeface="Grundfos TheSans SemiLight"/>
              </a:defRPr>
            </a:pPr>
            <a:r>
              <a:rPr lang="fr-FR" sz="1800" noProof="0" dirty="0">
                <a:solidFill>
                  <a:srgbClr val="045790"/>
                </a:solidFill>
              </a:rPr>
              <a:t>Selon les dernières données sur les émissions de CO2 de l’Agence Internationale de l’Energie (AIE), le graphique ci-dessous montre les économies annuelles de CO2 générées par les nouvelles pompes énergétiquement efficaces de Grundfos. La comparaison est faite par rapport à la consommation de charbon, de pétrole et d’électricité.</a:t>
            </a:r>
          </a:p>
        </p:txBody>
      </p:sp>
      <p:sp>
        <p:nvSpPr>
          <p:cNvPr id="1128593266" name="Text"/>
          <p:cNvSpPr>
            <a:spLocks noGrp="1"/>
          </p:cNvSpPr>
          <p:nvPr/>
        </p:nvSpPr>
        <p:spPr>
          <a:xfrm>
            <a:off x="8661400" y="3683000"/>
            <a:ext cx="6438900" cy="762000"/>
          </a:xfrm>
          <a:prstGeom prst="rect">
            <a:avLst/>
          </a:prstGeom>
        </p:spPr>
        <p:txBody>
          <a:bodyPr wrap="square" lIns="0" tIns="0" rIns="0" bIns="0" rtlCol="0" anchor="ctr"/>
          <a:lstStyle/>
          <a:p>
            <a:pPr algn="ctr">
              <a:lnSpc>
                <a:spcPct val="100000"/>
              </a:lnSpc>
              <a:defRPr sz="1800">
                <a:solidFill>
                  <a:srgbClr val="045790"/>
                </a:solidFill>
                <a:latin typeface="Grundfos TheSans Extd Black"/>
                <a:ea typeface="Grundfos TheSans Extd Black"/>
                <a:cs typeface="Grundfos TheSans Extd Black"/>
              </a:defRPr>
            </a:pPr>
            <a:r>
              <a:rPr lang="fr-FR" sz="1800" noProof="0" dirty="0">
                <a:solidFill>
                  <a:srgbClr val="045790"/>
                </a:solidFill>
              </a:rPr>
              <a:t>Votre contribution environnementale sur 15 ans, sera</a:t>
            </a:r>
          </a:p>
        </p:txBody>
      </p:sp>
      <p:sp>
        <p:nvSpPr>
          <p:cNvPr id="1691451358" name="Text"/>
          <p:cNvSpPr>
            <a:spLocks noGrp="1"/>
          </p:cNvSpPr>
          <p:nvPr/>
        </p:nvSpPr>
        <p:spPr>
          <a:xfrm>
            <a:off x="8661400" y="4521200"/>
            <a:ext cx="6438900" cy="508000"/>
          </a:xfrm>
          <a:prstGeom prst="rect">
            <a:avLst/>
          </a:prstGeom>
        </p:spPr>
        <p:txBody>
          <a:bodyPr wrap="square" lIns="0" tIns="0" rIns="0" bIns="0" rtlCol="0" anchor="ctr"/>
          <a:lstStyle/>
          <a:p>
            <a:pPr algn="ctr">
              <a:lnSpc>
                <a:spcPct val="100000"/>
              </a:lnSpc>
              <a:defRPr sz="1600">
                <a:solidFill>
                  <a:srgbClr val="4AA22C"/>
                </a:solidFill>
                <a:latin typeface="Grundfos TheSans Extd Black"/>
                <a:ea typeface="Grundfos TheSans Extd Black"/>
                <a:cs typeface="Grundfos TheSans Extd Black"/>
              </a:defRPr>
            </a:pPr>
            <a:r>
              <a:rPr lang="fr-FR" sz="1600" noProof="0" dirty="0">
                <a:solidFill>
                  <a:srgbClr val="4AA22C"/>
                </a:solidFill>
              </a:rPr>
              <a:t>$eco_co2$ tonnes d'émission de CO2 évitées</a:t>
            </a:r>
          </a:p>
        </p:txBody>
      </p:sp>
      <p:sp>
        <p:nvSpPr>
          <p:cNvPr id="1981938567" name="Text"/>
          <p:cNvSpPr>
            <a:spLocks noGrp="1"/>
          </p:cNvSpPr>
          <p:nvPr/>
        </p:nvSpPr>
        <p:spPr>
          <a:xfrm>
            <a:off x="10287000" y="5181600"/>
            <a:ext cx="3035300" cy="304800"/>
          </a:xfrm>
          <a:prstGeom prst="rect">
            <a:avLst/>
          </a:prstGeom>
        </p:spPr>
        <p:txBody>
          <a:bodyPr wrap="square" lIns="0" tIns="0" rIns="0" bIns="0" rtlCol="0" anchor="b"/>
          <a:lstStyle/>
          <a:p>
            <a:pPr algn="ctr">
              <a:lnSpc>
                <a:spcPct val="100000"/>
              </a:lnSpc>
              <a:defRPr sz="1600">
                <a:solidFill>
                  <a:srgbClr val="045790"/>
                </a:solidFill>
                <a:latin typeface="Grundfos TheSans SemiLight"/>
                <a:ea typeface="Grundfos TheSans SemiLight"/>
                <a:cs typeface="Grundfos TheSans SemiLight"/>
              </a:defRPr>
            </a:pPr>
            <a:r>
              <a:rPr lang="fr-FR" sz="1600" noProof="0" dirty="0">
                <a:solidFill>
                  <a:srgbClr val="045790"/>
                </a:solidFill>
              </a:rPr>
              <a:t>Equivalent</a:t>
            </a:r>
          </a:p>
        </p:txBody>
      </p:sp>
      <p:pic>
        <p:nvPicPr>
          <p:cNvPr id="1049684528" name="Picture"/>
          <p:cNvPicPr>
            <a:picLocks noChangeAspect="1"/>
          </p:cNvPicPr>
          <p:nvPr/>
        </p:nvPicPr>
        <p:blipFill>
          <a:blip r:embed="rId4"/>
          <a:srcRect/>
          <a:stretch>
            <a:fillRect r="2000"/>
          </a:stretch>
        </p:blipFill>
        <p:spPr>
          <a:xfrm>
            <a:off x="11430000" y="5524500"/>
            <a:ext cx="635000" cy="635000"/>
          </a:xfrm>
          <a:prstGeom prst="rect">
            <a:avLst/>
          </a:prstGeom>
        </p:spPr>
      </p:pic>
      <p:sp>
        <p:nvSpPr>
          <p:cNvPr id="469701991" name="Text"/>
          <p:cNvSpPr>
            <a:spLocks noGrp="1"/>
          </p:cNvSpPr>
          <p:nvPr/>
        </p:nvSpPr>
        <p:spPr>
          <a:xfrm>
            <a:off x="8636000" y="6223000"/>
            <a:ext cx="6438900" cy="533400"/>
          </a:xfrm>
          <a:prstGeom prst="rect">
            <a:avLst/>
          </a:prstGeom>
        </p:spPr>
        <p:txBody>
          <a:bodyPr wrap="square" lIns="0" tIns="0" rIns="0" bIns="0" rtlCol="0" anchor="ctr"/>
          <a:lstStyle/>
          <a:p>
            <a:pPr algn="ctr">
              <a:lnSpc>
                <a:spcPct val="100000"/>
              </a:lnSpc>
              <a:defRPr sz="1600">
                <a:solidFill>
                  <a:srgbClr val="4AA22C"/>
                </a:solidFill>
                <a:latin typeface="Grundfos TheSans Extd Black"/>
                <a:ea typeface="Grundfos TheSans Extd Black"/>
                <a:cs typeface="Grundfos TheSans Extd Black"/>
              </a:defRPr>
            </a:pPr>
            <a:r>
              <a:rPr lang="fr-FR" sz="1600" noProof="0" dirty="0">
                <a:solidFill>
                  <a:srgbClr val="4AA22C"/>
                </a:solidFill>
              </a:rPr>
              <a:t>$trees_qty$ arbres à planter pour compenser le CO2e</a:t>
            </a:r>
          </a:p>
        </p:txBody>
      </p:sp>
      <p:pic>
        <p:nvPicPr>
          <p:cNvPr id="526570715" name="Picture"/>
          <p:cNvPicPr>
            <a:picLocks noChangeAspect="1"/>
          </p:cNvPicPr>
          <p:nvPr/>
        </p:nvPicPr>
        <p:blipFill>
          <a:blip r:embed="rId5"/>
          <a:srcRect/>
          <a:stretch>
            <a:fillRect r="2000"/>
          </a:stretch>
        </p:blipFill>
        <p:spPr>
          <a:xfrm>
            <a:off x="11468100" y="6819900"/>
            <a:ext cx="635000" cy="635000"/>
          </a:xfrm>
          <a:prstGeom prst="rect">
            <a:avLst/>
          </a:prstGeom>
        </p:spPr>
      </p:pic>
      <p:sp>
        <p:nvSpPr>
          <p:cNvPr id="293897718" name="Text"/>
          <p:cNvSpPr>
            <a:spLocks noGrp="1"/>
          </p:cNvSpPr>
          <p:nvPr/>
        </p:nvSpPr>
        <p:spPr>
          <a:xfrm>
            <a:off x="8636000" y="7480300"/>
            <a:ext cx="6438900" cy="635000"/>
          </a:xfrm>
          <a:prstGeom prst="rect">
            <a:avLst/>
          </a:prstGeom>
        </p:spPr>
        <p:txBody>
          <a:bodyPr wrap="square" lIns="0" tIns="0" rIns="0" bIns="0" rtlCol="0" anchor="ctr"/>
          <a:lstStyle/>
          <a:p>
            <a:pPr algn="ctr">
              <a:lnSpc>
                <a:spcPct val="100000"/>
              </a:lnSpc>
              <a:defRPr sz="1600">
                <a:solidFill>
                  <a:srgbClr val="4AA22C"/>
                </a:solidFill>
                <a:latin typeface="Grundfos TheSans Extd Black"/>
                <a:ea typeface="Grundfos TheSans Extd Black"/>
                <a:cs typeface="Grundfos TheSans Extd Black"/>
              </a:defRPr>
            </a:pPr>
            <a:r>
              <a:rPr lang="fr-FR" sz="1600" noProof="0" dirty="0">
                <a:solidFill>
                  <a:srgbClr val="4AA22C"/>
                </a:solidFill>
              </a:rPr>
              <a:t>Soit l'équivalent de $cars_qty$ voitures à moteur thermique</a:t>
            </a:r>
          </a:p>
        </p:txBody>
      </p:sp>
      <p:pic>
        <p:nvPicPr>
          <p:cNvPr id="2" name="Picture">
            <a:extLst>
              <a:ext uri="{FF2B5EF4-FFF2-40B4-BE49-F238E27FC236}">
                <a16:creationId xmlns:a16="http://schemas.microsoft.com/office/drawing/2014/main" id="{7958B8EA-D837-29A8-ED0D-91C3F3EF8F39}"/>
              </a:ext>
            </a:extLst>
          </p:cNvPr>
          <p:cNvPicPr>
            <a:picLocks noChangeAspect="1"/>
          </p:cNvPicPr>
          <p:nvPr/>
        </p:nvPicPr>
        <p:blipFill>
          <a:blip r:embed="rId6"/>
          <a:srcRect/>
          <a:stretch>
            <a:fillRect b="6896"/>
          </a:stretch>
        </p:blipFill>
        <p:spPr>
          <a:xfrm>
            <a:off x="15579305" y="246742"/>
            <a:ext cx="446897" cy="43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22B5-609E-8793-1DDB-418913C4C5DF}"/>
            </a:ext>
          </a:extLst>
        </p:cNvPr>
        <p:cNvGrpSpPr/>
        <p:nvPr/>
      </p:nvGrpSpPr>
      <p:grpSpPr>
        <a:xfrm>
          <a:off x="0" y="0"/>
          <a:ext cx="0" cy="0"/>
          <a:chOff x="0" y="0"/>
          <a:chExt cx="0" cy="0"/>
        </a:xfrm>
      </p:grpSpPr>
      <p:sp>
        <p:nvSpPr>
          <p:cNvPr id="667773254" name="Text">
            <a:extLst>
              <a:ext uri="{FF2B5EF4-FFF2-40B4-BE49-F238E27FC236}">
                <a16:creationId xmlns:a16="http://schemas.microsoft.com/office/drawing/2014/main" id="{28E39769-3FC6-BD99-A2D9-DFF5A3703BE8}"/>
              </a:ext>
            </a:extLst>
          </p:cNvPr>
          <p:cNvSpPr>
            <a:spLocks noGrp="1"/>
          </p:cNvSpPr>
          <p:nvPr/>
        </p:nvSpPr>
        <p:spPr>
          <a:xfrm>
            <a:off x="762000" y="508000"/>
            <a:ext cx="13589000" cy="889000"/>
          </a:xfrm>
          <a:prstGeom prst="rect">
            <a:avLst/>
          </a:prstGeom>
        </p:spPr>
        <p:txBody>
          <a:bodyPr wrap="square" lIns="0" tIns="0" rIns="0" bIns="0" rtlCol="0" anchor="t"/>
          <a:lstStyle/>
          <a:p>
            <a:pPr algn="l">
              <a:lnSpc>
                <a:spcPct val="100000"/>
              </a:lnSpc>
              <a:defRPr sz="2600">
                <a:solidFill>
                  <a:srgbClr val="11497B"/>
                </a:solidFill>
                <a:latin typeface="Grundfos TheSans ExtraBold"/>
                <a:ea typeface="Grundfos TheSans ExtraBold"/>
                <a:cs typeface="Grundfos TheSans ExtraBold"/>
              </a:defRPr>
            </a:pPr>
            <a:r>
              <a:rPr lang="fr-FR" sz="2600" noProof="0" dirty="0">
                <a:solidFill>
                  <a:srgbClr val="11497B"/>
                </a:solidFill>
                <a:latin typeface="Grundfos TheSans Extd Black" panose="020B0805050302020203" pitchFamily="34" charset="0"/>
              </a:rPr>
              <a:t>Pensez Certificats d’Economies d’Energie</a:t>
            </a:r>
          </a:p>
        </p:txBody>
      </p:sp>
      <p:sp>
        <p:nvSpPr>
          <p:cNvPr id="5" name="AutoShape 16" descr=", généré par IA">
            <a:extLst>
              <a:ext uri="{FF2B5EF4-FFF2-40B4-BE49-F238E27FC236}">
                <a16:creationId xmlns:a16="http://schemas.microsoft.com/office/drawing/2014/main" id="{98F7BABA-C118-F477-04FB-832AA92F2927}"/>
              </a:ext>
            </a:extLst>
          </p:cNvPr>
          <p:cNvSpPr>
            <a:spLocks noChangeAspect="1" noChangeArrowheads="1"/>
          </p:cNvSpPr>
          <p:nvPr/>
        </p:nvSpPr>
        <p:spPr bwMode="auto">
          <a:xfrm>
            <a:off x="6327140" y="42397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object 6">
            <a:extLst>
              <a:ext uri="{FF2B5EF4-FFF2-40B4-BE49-F238E27FC236}">
                <a16:creationId xmlns:a16="http://schemas.microsoft.com/office/drawing/2014/main" id="{39FBD7DB-F17C-1F01-736C-B150426CE53B}"/>
              </a:ext>
            </a:extLst>
          </p:cNvPr>
          <p:cNvSpPr txBox="1">
            <a:spLocks/>
          </p:cNvSpPr>
          <p:nvPr/>
        </p:nvSpPr>
        <p:spPr>
          <a:xfrm>
            <a:off x="762000" y="2002435"/>
            <a:ext cx="6193971" cy="6411370"/>
          </a:xfrm>
          <a:prstGeom prst="rect">
            <a:avLst/>
          </a:prstGeom>
        </p:spPr>
        <p:txBody>
          <a:bodyPr vert="horz" wrap="square" lIns="0" tIns="14604" rIns="0" bIns="0" rtlCol="0">
            <a:spAutoFit/>
          </a:bodyPr>
          <a:lstStyle>
            <a:lvl1pPr marL="182563" indent="-182563" algn="l" defTabSz="914400" rtl="0" eaLnBrk="1" latinLnBrk="0" hangingPunct="1">
              <a:lnSpc>
                <a:spcPct val="100000"/>
              </a:lnSpc>
              <a:spcBef>
                <a:spcPts val="1000"/>
              </a:spcBef>
              <a:spcAft>
                <a:spcPts val="800"/>
              </a:spcAft>
              <a:buFont typeface="Arial" panose="020B0604020202020204" pitchFamily="34" charset="0"/>
              <a:buChar char="•"/>
              <a:defRPr sz="1600" kern="1200">
                <a:solidFill>
                  <a:srgbClr val="11497B"/>
                </a:solidFill>
                <a:latin typeface="+mn-lt"/>
                <a:ea typeface="+mn-ea"/>
                <a:cs typeface="+mn-cs"/>
              </a:defRPr>
            </a:lvl1pPr>
            <a:lvl2pPr marL="630238" indent="-173038"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2pPr>
            <a:lvl3pPr marL="1079500" indent="-16510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3pPr>
            <a:lvl4pPr marL="1527175" indent="-155575"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4pPr>
            <a:lvl5pPr marL="1974850" indent="-14605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5763" indent="-385763" algn="ctr">
              <a:spcBef>
                <a:spcPts val="114"/>
              </a:spcBef>
              <a:spcAft>
                <a:spcPts val="0"/>
              </a:spcAft>
              <a:buNone/>
            </a:pPr>
            <a:r>
              <a:rPr lang="fr-FR" sz="2000" dirty="0">
                <a:latin typeface="Grundfos TheSans Extd Black" panose="020B0805050302020203" pitchFamily="34" charset="0"/>
              </a:rPr>
              <a:t>L’</a:t>
            </a:r>
            <a:r>
              <a:rPr lang="fr-FR" sz="2000" spc="-10" dirty="0">
                <a:latin typeface="Grundfos TheSans Extd Black" panose="020B0805050302020203" pitchFamily="34" charset="0"/>
              </a:rPr>
              <a:t>ACCOMPAGNEMENT DE</a:t>
            </a:r>
          </a:p>
          <a:p>
            <a:pPr marL="385763" indent="-385763" algn="ctr">
              <a:spcBef>
                <a:spcPts val="114"/>
              </a:spcBef>
              <a:spcAft>
                <a:spcPts val="0"/>
              </a:spcAft>
              <a:buNone/>
            </a:pPr>
            <a:r>
              <a:rPr lang="fr-FR" sz="2000" spc="-10" dirty="0">
                <a:latin typeface="Grundfos TheSans Extd Black" panose="020B0805050302020203" pitchFamily="34" charset="0"/>
              </a:rPr>
              <a:t>GRUNDFOS ET SOCOTEC</a:t>
            </a:r>
          </a:p>
          <a:p>
            <a:pPr marL="12700" algn="just">
              <a:spcAft>
                <a:spcPts val="0"/>
              </a:spcAft>
            </a:pPr>
            <a:r>
              <a:rPr lang="fr-FR" dirty="0">
                <a:solidFill>
                  <a:srgbClr val="000000"/>
                </a:solidFill>
                <a:latin typeface="Grundfos TheSans" panose="020B0502050302020203" pitchFamily="34" charset="0"/>
              </a:rPr>
              <a:t>Détection</a:t>
            </a:r>
            <a:r>
              <a:rPr lang="fr-FR" spc="38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a:t>
            </a:r>
            <a:r>
              <a:rPr lang="fr-FR" spc="39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gisement</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CEE</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et</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potentialités</a:t>
            </a:r>
            <a:r>
              <a:rPr lang="fr-FR" spc="37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a:t>
            </a:r>
            <a:r>
              <a:rPr lang="fr-FR" spc="38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réduction</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a:t>
            </a:r>
            <a:r>
              <a:rPr lang="fr-FR" spc="395" dirty="0">
                <a:solidFill>
                  <a:srgbClr val="000000"/>
                </a:solidFill>
                <a:latin typeface="Grundfos TheSans" panose="020B0502050302020203" pitchFamily="34" charset="0"/>
              </a:rPr>
              <a:t> </a:t>
            </a:r>
            <a:r>
              <a:rPr lang="fr-FR" spc="-10" dirty="0">
                <a:solidFill>
                  <a:srgbClr val="000000"/>
                </a:solidFill>
                <a:latin typeface="Grundfos TheSans" panose="020B0502050302020203" pitchFamily="34" charset="0"/>
              </a:rPr>
              <a:t>consommation</a:t>
            </a:r>
            <a:r>
              <a:rPr lang="fr-FR" dirty="0">
                <a:latin typeface="Grundfos TheSans" panose="020B0502050302020203" pitchFamily="34" charset="0"/>
              </a:rPr>
              <a:t> </a:t>
            </a:r>
            <a:r>
              <a:rPr lang="fr-FR" spc="-10" dirty="0">
                <a:solidFill>
                  <a:srgbClr val="000000"/>
                </a:solidFill>
                <a:latin typeface="Grundfos TheSans" panose="020B0502050302020203" pitchFamily="34" charset="0"/>
              </a:rPr>
              <a:t>d’énergie</a:t>
            </a:r>
            <a:r>
              <a:rPr lang="fr-FR" spc="-4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d’un</a:t>
            </a:r>
            <a:r>
              <a:rPr lang="fr-FR" spc="-2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bâtiment</a:t>
            </a:r>
            <a:r>
              <a:rPr lang="fr-FR" spc="-3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résidentiel,</a:t>
            </a:r>
            <a:r>
              <a:rPr lang="fr-FR" spc="-3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tertiaire</a:t>
            </a:r>
            <a:r>
              <a:rPr lang="fr-FR" spc="-3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ou </a:t>
            </a:r>
            <a:r>
              <a:rPr lang="fr-FR" spc="-10" dirty="0">
                <a:solidFill>
                  <a:srgbClr val="000000"/>
                </a:solidFill>
                <a:latin typeface="Grundfos TheSans" panose="020B0502050302020203" pitchFamily="34" charset="0"/>
              </a:rPr>
              <a:t>industriel</a:t>
            </a:r>
            <a:endParaRPr lang="fr-FR" spc="-10" dirty="0">
              <a:latin typeface="Grundfos TheSans" panose="020B0502050302020203" pitchFamily="34" charset="0"/>
            </a:endParaRPr>
          </a:p>
          <a:p>
            <a:pPr marL="12700" algn="just">
              <a:spcAft>
                <a:spcPts val="0"/>
              </a:spcAft>
            </a:pPr>
            <a:r>
              <a:rPr lang="fr-FR" dirty="0">
                <a:solidFill>
                  <a:srgbClr val="000000"/>
                </a:solidFill>
                <a:latin typeface="Grundfos TheSans" panose="020B0502050302020203" pitchFamily="34" charset="0"/>
              </a:rPr>
              <a:t>Optimisation</a:t>
            </a:r>
            <a:r>
              <a:rPr lang="fr-FR" spc="-2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du calcul</a:t>
            </a:r>
            <a:r>
              <a:rPr lang="fr-FR" spc="1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des </a:t>
            </a:r>
            <a:r>
              <a:rPr lang="fr-FR" spc="-10" dirty="0">
                <a:solidFill>
                  <a:srgbClr val="000000"/>
                </a:solidFill>
                <a:latin typeface="Grundfos TheSans" panose="020B0502050302020203" pitchFamily="34" charset="0"/>
              </a:rPr>
              <a:t>kWhcumac</a:t>
            </a:r>
            <a:endParaRPr lang="fr-FR" dirty="0">
              <a:latin typeface="Grundfos TheSans" panose="020B0502050302020203" pitchFamily="34" charset="0"/>
            </a:endParaRPr>
          </a:p>
          <a:p>
            <a:pPr marL="12700" marR="5715" algn="just">
              <a:spcBef>
                <a:spcPts val="1455"/>
              </a:spcBef>
              <a:spcAft>
                <a:spcPts val="0"/>
              </a:spcAft>
            </a:pPr>
            <a:r>
              <a:rPr lang="fr-FR" dirty="0">
                <a:solidFill>
                  <a:srgbClr val="000000"/>
                </a:solidFill>
                <a:latin typeface="Grundfos TheSans" panose="020B0502050302020203" pitchFamily="34" charset="0"/>
              </a:rPr>
              <a:t>Montage</a:t>
            </a:r>
            <a:r>
              <a:rPr lang="fr-FR" spc="40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financier</a:t>
            </a:r>
            <a:r>
              <a:rPr lang="fr-FR" spc="40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auprès</a:t>
            </a:r>
            <a:r>
              <a:rPr lang="fr-FR" spc="39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a:t>
            </a:r>
            <a:r>
              <a:rPr lang="fr-FR" spc="40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l'obligé</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ou</a:t>
            </a:r>
            <a:r>
              <a:rPr lang="fr-FR" spc="40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le</a:t>
            </a:r>
            <a:r>
              <a:rPr lang="fr-FR" spc="39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délégataire</a:t>
            </a:r>
            <a:r>
              <a:rPr lang="fr-FR" spc="40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le</a:t>
            </a:r>
            <a:r>
              <a:rPr lang="fr-FR" spc="39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plus</a:t>
            </a:r>
            <a:r>
              <a:rPr lang="fr-FR" spc="395" dirty="0">
                <a:solidFill>
                  <a:srgbClr val="000000"/>
                </a:solidFill>
                <a:latin typeface="Grundfos TheSans" panose="020B0502050302020203" pitchFamily="34" charset="0"/>
              </a:rPr>
              <a:t> </a:t>
            </a:r>
            <a:r>
              <a:rPr lang="fr-FR" spc="-10" dirty="0">
                <a:solidFill>
                  <a:srgbClr val="000000"/>
                </a:solidFill>
                <a:latin typeface="Grundfos TheSans" panose="020B0502050302020203" pitchFamily="34" charset="0"/>
              </a:rPr>
              <a:t>avantageux. </a:t>
            </a:r>
            <a:r>
              <a:rPr lang="fr-FR" dirty="0">
                <a:solidFill>
                  <a:srgbClr val="000000"/>
                </a:solidFill>
                <a:latin typeface="Grundfos TheSans" panose="020B0502050302020203" pitchFamily="34" charset="0"/>
              </a:rPr>
              <a:t>Maintien</a:t>
            </a:r>
            <a:r>
              <a:rPr lang="fr-FR" spc="-2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d'un</a:t>
            </a:r>
            <a:r>
              <a:rPr lang="fr-FR" spc="-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prix</a:t>
            </a:r>
            <a:r>
              <a:rPr lang="fr-FR" spc="-10"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avantageux</a:t>
            </a:r>
            <a:r>
              <a:rPr lang="fr-FR" spc="-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sur le</a:t>
            </a:r>
            <a:r>
              <a:rPr lang="fr-FR" spc="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marché</a:t>
            </a:r>
            <a:r>
              <a:rPr lang="fr-FR" spc="-15" dirty="0">
                <a:solidFill>
                  <a:srgbClr val="000000"/>
                </a:solidFill>
                <a:latin typeface="Grundfos TheSans" panose="020B0502050302020203" pitchFamily="34" charset="0"/>
              </a:rPr>
              <a:t> </a:t>
            </a:r>
            <a:r>
              <a:rPr lang="fr-FR" dirty="0">
                <a:solidFill>
                  <a:srgbClr val="000000"/>
                </a:solidFill>
                <a:latin typeface="Grundfos TheSans" panose="020B0502050302020203" pitchFamily="34" charset="0"/>
              </a:rPr>
              <a:t>des</a:t>
            </a:r>
            <a:r>
              <a:rPr lang="fr-FR" spc="-5" dirty="0">
                <a:solidFill>
                  <a:srgbClr val="000000"/>
                </a:solidFill>
                <a:latin typeface="Grundfos TheSans" panose="020B0502050302020203" pitchFamily="34" charset="0"/>
              </a:rPr>
              <a:t> </a:t>
            </a:r>
            <a:r>
              <a:rPr lang="fr-FR" spc="-25" dirty="0">
                <a:solidFill>
                  <a:srgbClr val="000000"/>
                </a:solidFill>
                <a:latin typeface="Grundfos TheSans" panose="020B0502050302020203" pitchFamily="34" charset="0"/>
              </a:rPr>
              <a:t>CEE</a:t>
            </a:r>
            <a:endParaRPr lang="fr-FR" dirty="0">
              <a:latin typeface="Grundfos TheSans" panose="020B0502050302020203" pitchFamily="34" charset="0"/>
            </a:endParaRPr>
          </a:p>
          <a:p>
            <a:pPr marL="0" marR="5080" indent="0">
              <a:spcBef>
                <a:spcPts val="1245"/>
              </a:spcBef>
              <a:spcAft>
                <a:spcPts val="0"/>
              </a:spcAft>
              <a:buNone/>
            </a:pPr>
            <a:endParaRPr lang="fr-FR" spc="-10" dirty="0">
              <a:solidFill>
                <a:srgbClr val="000000"/>
              </a:solidFill>
              <a:latin typeface="Grundfos TheSans" panose="020B0502050302020203" pitchFamily="34" charset="0"/>
            </a:endParaRPr>
          </a:p>
          <a:p>
            <a:pPr marL="0" marR="5080" indent="0">
              <a:spcBef>
                <a:spcPts val="1245"/>
              </a:spcBef>
              <a:spcAft>
                <a:spcPts val="0"/>
              </a:spcAft>
              <a:buNone/>
            </a:pPr>
            <a:endParaRPr lang="fr-FR" spc="-10" dirty="0">
              <a:solidFill>
                <a:srgbClr val="000000"/>
              </a:solidFill>
              <a:latin typeface="Grundfos TheSans" panose="020B0502050302020203" pitchFamily="34" charset="0"/>
            </a:endParaRPr>
          </a:p>
          <a:p>
            <a:pPr marL="0" marR="5080" indent="0">
              <a:spcBef>
                <a:spcPts val="1245"/>
              </a:spcBef>
              <a:spcAft>
                <a:spcPts val="0"/>
              </a:spcAft>
              <a:buNone/>
            </a:pPr>
            <a:endParaRPr lang="fr-FR" spc="-10" dirty="0">
              <a:solidFill>
                <a:srgbClr val="000000"/>
              </a:solidFill>
              <a:latin typeface="Grundfos TheSans" panose="020B0502050302020203" pitchFamily="34" charset="0"/>
            </a:endParaRPr>
          </a:p>
          <a:p>
            <a:pPr marL="385763" indent="-385763" algn="ctr">
              <a:spcBef>
                <a:spcPts val="114"/>
              </a:spcBef>
              <a:spcAft>
                <a:spcPts val="0"/>
              </a:spcAft>
              <a:buNone/>
            </a:pPr>
            <a:r>
              <a:rPr lang="fr-FR" sz="2000" spc="-10" dirty="0">
                <a:latin typeface="Grundfos TheSans Extd Black" panose="020B0805050302020203" pitchFamily="34" charset="0"/>
              </a:rPr>
              <a:t>DEUX FICHES POUR COLLER A VOTRE</a:t>
            </a:r>
          </a:p>
          <a:p>
            <a:pPr marL="385763" indent="-385763" algn="ctr">
              <a:spcBef>
                <a:spcPts val="114"/>
              </a:spcBef>
              <a:spcAft>
                <a:spcPts val="0"/>
              </a:spcAft>
              <a:buNone/>
            </a:pPr>
            <a:r>
              <a:rPr lang="fr-FR" sz="2000" spc="-10" dirty="0">
                <a:latin typeface="Grundfos TheSans Extd Black" panose="020B0805050302020203" pitchFamily="34" charset="0"/>
              </a:rPr>
              <a:t>INSTALLATION D’EAU POTABLE &amp; ASSAINISSEMENT</a:t>
            </a:r>
          </a:p>
          <a:p>
            <a:pPr marL="12700" marR="5080" algn="just">
              <a:spcBef>
                <a:spcPts val="1245"/>
              </a:spcBef>
              <a:spcAft>
                <a:spcPts val="0"/>
              </a:spcAft>
            </a:pPr>
            <a:r>
              <a:rPr lang="fr-FR" spc="-10" dirty="0">
                <a:solidFill>
                  <a:srgbClr val="000000"/>
                </a:solidFill>
                <a:latin typeface="Grundfos TheSans" panose="020B0502050302020203" pitchFamily="34" charset="0"/>
              </a:rPr>
              <a:t>IND-UT-102 : Système de variation électronique de vitesse sur un moteur asynchrone</a:t>
            </a:r>
          </a:p>
          <a:p>
            <a:pPr marL="12700" marR="5080" algn="just">
              <a:spcBef>
                <a:spcPts val="1245"/>
              </a:spcBef>
              <a:spcAft>
                <a:spcPts val="0"/>
              </a:spcAft>
            </a:pPr>
            <a:r>
              <a:rPr lang="fr-FR" spc="-10" dirty="0">
                <a:solidFill>
                  <a:srgbClr val="000000"/>
                </a:solidFill>
                <a:latin typeface="Grundfos TheSans" panose="020B0502050302020203" pitchFamily="34" charset="0"/>
              </a:rPr>
              <a:t>IND-UT-114 : Moto-variateur synchrone à aimants permanents ou à réluctance</a:t>
            </a:r>
          </a:p>
          <a:p>
            <a:pPr marL="0" marR="5080" indent="0">
              <a:spcBef>
                <a:spcPts val="1245"/>
              </a:spcBef>
              <a:spcAft>
                <a:spcPts val="0"/>
              </a:spcAft>
              <a:buNone/>
            </a:pPr>
            <a:endParaRPr lang="fr-FR" spc="-10" dirty="0">
              <a:solidFill>
                <a:srgbClr val="000000"/>
              </a:solidFill>
              <a:latin typeface="Grundfos TheSans" panose="020B0502050302020203" pitchFamily="34" charset="0"/>
            </a:endParaRPr>
          </a:p>
        </p:txBody>
      </p:sp>
      <p:pic>
        <p:nvPicPr>
          <p:cNvPr id="10" name="Picture 9">
            <a:extLst>
              <a:ext uri="{FF2B5EF4-FFF2-40B4-BE49-F238E27FC236}">
                <a16:creationId xmlns:a16="http://schemas.microsoft.com/office/drawing/2014/main" id="{949537AA-8A7C-6B88-0DD0-E5B036BA36CB}"/>
              </a:ext>
            </a:extLst>
          </p:cNvPr>
          <p:cNvPicPr>
            <a:picLocks noChangeAspect="1"/>
          </p:cNvPicPr>
          <p:nvPr/>
        </p:nvPicPr>
        <p:blipFill>
          <a:blip r:embed="rId3"/>
          <a:stretch>
            <a:fillRect/>
          </a:stretch>
        </p:blipFill>
        <p:spPr>
          <a:xfrm>
            <a:off x="9446251" y="5296070"/>
            <a:ext cx="6594935" cy="3597237"/>
          </a:xfrm>
          <a:prstGeom prst="rect">
            <a:avLst/>
          </a:prstGeom>
        </p:spPr>
      </p:pic>
      <p:pic>
        <p:nvPicPr>
          <p:cNvPr id="3" name="Picture 2">
            <a:extLst>
              <a:ext uri="{FF2B5EF4-FFF2-40B4-BE49-F238E27FC236}">
                <a16:creationId xmlns:a16="http://schemas.microsoft.com/office/drawing/2014/main" id="{BFE28038-5E92-D05D-1552-8D142C5FE34C}"/>
              </a:ext>
            </a:extLst>
          </p:cNvPr>
          <p:cNvPicPr>
            <a:picLocks noChangeAspect="1"/>
          </p:cNvPicPr>
          <p:nvPr/>
        </p:nvPicPr>
        <p:blipFill>
          <a:blip r:embed="rId4"/>
          <a:stretch>
            <a:fillRect/>
          </a:stretch>
        </p:blipFill>
        <p:spPr>
          <a:xfrm>
            <a:off x="14807638" y="256972"/>
            <a:ext cx="479236" cy="502056"/>
          </a:xfrm>
          <a:prstGeom prst="rect">
            <a:avLst/>
          </a:prstGeom>
        </p:spPr>
      </p:pic>
      <p:grpSp>
        <p:nvGrpSpPr>
          <p:cNvPr id="13" name="Group 12">
            <a:extLst>
              <a:ext uri="{FF2B5EF4-FFF2-40B4-BE49-F238E27FC236}">
                <a16:creationId xmlns:a16="http://schemas.microsoft.com/office/drawing/2014/main" id="{7D2BECC7-AE5D-CF28-AC2A-3516BAD36FA9}"/>
              </a:ext>
            </a:extLst>
          </p:cNvPr>
          <p:cNvGrpSpPr/>
          <p:nvPr/>
        </p:nvGrpSpPr>
        <p:grpSpPr>
          <a:xfrm>
            <a:off x="9446251" y="383200"/>
            <a:ext cx="6594935" cy="4824920"/>
            <a:chOff x="7849324" y="43825"/>
            <a:chExt cx="6594935" cy="4824920"/>
          </a:xfrm>
        </p:grpSpPr>
        <p:sp>
          <p:nvSpPr>
            <p:cNvPr id="7" name="TextBox 6">
              <a:extLst>
                <a:ext uri="{FF2B5EF4-FFF2-40B4-BE49-F238E27FC236}">
                  <a16:creationId xmlns:a16="http://schemas.microsoft.com/office/drawing/2014/main" id="{2DC902FF-408E-79B5-60ED-2E6F63F7A390}"/>
                </a:ext>
              </a:extLst>
            </p:cNvPr>
            <p:cNvSpPr txBox="1"/>
            <p:nvPr/>
          </p:nvSpPr>
          <p:spPr>
            <a:xfrm>
              <a:off x="7849324" y="3299085"/>
              <a:ext cx="6594935" cy="1569660"/>
            </a:xfrm>
            <a:prstGeom prst="rect">
              <a:avLst/>
            </a:prstGeom>
            <a:noFill/>
          </p:spPr>
          <p:txBody>
            <a:bodyPr wrap="square">
              <a:spAutoFit/>
            </a:bodyPr>
            <a:lstStyle/>
            <a:p>
              <a:pPr algn="just"/>
              <a:r>
                <a:rPr lang="fr-FR" sz="1600" b="0" i="0" u="none" strike="noStrike" baseline="0" dirty="0">
                  <a:solidFill>
                    <a:srgbClr val="000000"/>
                  </a:solidFill>
                  <a:latin typeface="Grundfos TheSans" panose="020B0502050302020203" pitchFamily="34" charset="0"/>
                </a:rPr>
                <a:t>Dans le dispositif des CEE :</a:t>
              </a:r>
            </a:p>
            <a:p>
              <a:pPr algn="just"/>
              <a:r>
                <a:rPr lang="fr-FR" sz="1600" b="0" i="0" u="none" strike="noStrike" baseline="0" dirty="0">
                  <a:solidFill>
                    <a:srgbClr val="000000"/>
                  </a:solidFill>
                  <a:latin typeface="Grundfos TheSans" panose="020B0502050302020203" pitchFamily="34" charset="0"/>
                </a:rPr>
                <a:t>-Un *</a:t>
              </a:r>
              <a:r>
                <a:rPr lang="fr-FR" sz="1600" b="1" i="0" u="none" strike="noStrike" baseline="0" dirty="0">
                  <a:solidFill>
                    <a:srgbClr val="000000"/>
                  </a:solidFill>
                  <a:latin typeface="Grundfos TheSans" panose="020B0502050302020203" pitchFamily="34" charset="0"/>
                </a:rPr>
                <a:t>obligé </a:t>
              </a:r>
              <a:r>
                <a:rPr lang="fr-FR" sz="1600" b="0" i="0" u="none" strike="noStrike" baseline="0" dirty="0">
                  <a:solidFill>
                    <a:srgbClr val="000000"/>
                  </a:solidFill>
                  <a:latin typeface="Grundfos TheSans" panose="020B0502050302020203" pitchFamily="34" charset="0"/>
                </a:rPr>
                <a:t>est un </a:t>
              </a:r>
              <a:r>
                <a:rPr lang="fr-FR" sz="1600" b="1" i="0" u="none" strike="noStrike" baseline="0" dirty="0">
                  <a:solidFill>
                    <a:srgbClr val="000000"/>
                  </a:solidFill>
                  <a:latin typeface="Grundfos TheSans" panose="020B0502050302020203" pitchFamily="34" charset="0"/>
                </a:rPr>
                <a:t>vendeur d’énergie</a:t>
              </a:r>
              <a:endParaRPr lang="fr-FR" sz="1600" b="0" i="0" u="none" strike="noStrike" baseline="0" dirty="0">
                <a:solidFill>
                  <a:srgbClr val="000000"/>
                </a:solidFill>
                <a:latin typeface="Grundfos TheSans" panose="020B0502050302020203" pitchFamily="34" charset="0"/>
              </a:endParaRPr>
            </a:p>
            <a:p>
              <a:pPr algn="just"/>
              <a:r>
                <a:rPr lang="fr-FR" sz="1600" b="0" i="0" u="none" strike="noStrike" baseline="0" dirty="0">
                  <a:solidFill>
                    <a:srgbClr val="000000"/>
                  </a:solidFill>
                  <a:latin typeface="Grundfos TheSans" panose="020B0502050302020203" pitchFamily="34" charset="0"/>
                </a:rPr>
                <a:t>-Un *</a:t>
              </a:r>
              <a:r>
                <a:rPr lang="fr-FR" sz="1600" b="1" i="0" u="none" strike="noStrike" baseline="0" dirty="0">
                  <a:solidFill>
                    <a:srgbClr val="000000"/>
                  </a:solidFill>
                  <a:latin typeface="Grundfos TheSans" panose="020B0502050302020203" pitchFamily="34" charset="0"/>
                </a:rPr>
                <a:t>délégataire </a:t>
              </a:r>
              <a:r>
                <a:rPr lang="fr-FR" sz="1600" b="0" i="0" u="none" strike="noStrike" baseline="0" dirty="0">
                  <a:solidFill>
                    <a:srgbClr val="000000"/>
                  </a:solidFill>
                  <a:latin typeface="Grundfos TheSans" panose="020B0502050302020203" pitchFamily="34" charset="0"/>
                </a:rPr>
                <a:t>est une entreprise autorisée par le ministère de la transition écologique à endosser les responsabilités totales ou partielles d’un vendeur d’énergie en matière de CEE. Il est considéré à son tour comme un obligé.</a:t>
              </a:r>
            </a:p>
          </p:txBody>
        </p:sp>
        <p:pic>
          <p:nvPicPr>
            <p:cNvPr id="12" name="Picture 11">
              <a:extLst>
                <a:ext uri="{FF2B5EF4-FFF2-40B4-BE49-F238E27FC236}">
                  <a16:creationId xmlns:a16="http://schemas.microsoft.com/office/drawing/2014/main" id="{957C1286-9376-0C29-71FE-2905018FE094}"/>
                </a:ext>
              </a:extLst>
            </p:cNvPr>
            <p:cNvPicPr>
              <a:picLocks noChangeAspect="1"/>
            </p:cNvPicPr>
            <p:nvPr/>
          </p:nvPicPr>
          <p:blipFill>
            <a:blip r:embed="rId5"/>
            <a:stretch>
              <a:fillRect/>
            </a:stretch>
          </p:blipFill>
          <p:spPr>
            <a:xfrm>
              <a:off x="9194237" y="43825"/>
              <a:ext cx="3905108" cy="3255260"/>
            </a:xfrm>
            <a:prstGeom prst="rect">
              <a:avLst/>
            </a:prstGeom>
          </p:spPr>
        </p:pic>
      </p:grpSp>
      <p:pic>
        <p:nvPicPr>
          <p:cNvPr id="2" name="Picture">
            <a:extLst>
              <a:ext uri="{FF2B5EF4-FFF2-40B4-BE49-F238E27FC236}">
                <a16:creationId xmlns:a16="http://schemas.microsoft.com/office/drawing/2014/main" id="{B833E89C-D744-C9AA-3DA7-D1264D5014A8}"/>
              </a:ext>
            </a:extLst>
          </p:cNvPr>
          <p:cNvPicPr>
            <a:picLocks noChangeAspect="1"/>
          </p:cNvPicPr>
          <p:nvPr/>
        </p:nvPicPr>
        <p:blipFill>
          <a:blip r:embed="rId6"/>
          <a:srcRect/>
          <a:stretch>
            <a:fillRect b="6896"/>
          </a:stretch>
        </p:blipFill>
        <p:spPr>
          <a:xfrm>
            <a:off x="15579305" y="246742"/>
            <a:ext cx="446897" cy="432000"/>
          </a:xfrm>
          <a:prstGeom prst="rect">
            <a:avLst/>
          </a:prstGeom>
        </p:spPr>
      </p:pic>
    </p:spTree>
    <p:extLst>
      <p:ext uri="{BB962C8B-B14F-4D97-AF65-F5344CB8AC3E}">
        <p14:creationId xmlns:p14="http://schemas.microsoft.com/office/powerpoint/2010/main" val="1430175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1244</Words>
  <Application>Microsoft Office PowerPoint</Application>
  <PresentationFormat>Custom</PresentationFormat>
  <Paragraphs>153</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Grundfos TheSans</vt:lpstr>
      <vt:lpstr>Grundfos TheSans Extd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Charles Elie Gentil</dc:creator>
  <cp:lastModifiedBy>Charles Elie Gentil</cp:lastModifiedBy>
  <cp:revision>3</cp:revision>
  <dcterms:modified xsi:type="dcterms:W3CDTF">2026-09-22T14:44:03Z</dcterms:modified>
</cp:coreProperties>
</file>